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5"/>
  </p:notesMasterIdLst>
  <p:sldIdLst>
    <p:sldId id="687" r:id="rId2"/>
    <p:sldId id="688" r:id="rId3"/>
    <p:sldId id="689" r:id="rId4"/>
    <p:sldId id="567" r:id="rId5"/>
    <p:sldId id="555" r:id="rId6"/>
    <p:sldId id="540" r:id="rId7"/>
    <p:sldId id="447" r:id="rId8"/>
    <p:sldId id="541" r:id="rId9"/>
    <p:sldId id="470" r:id="rId10"/>
    <p:sldId id="543" r:id="rId11"/>
    <p:sldId id="682" r:id="rId12"/>
    <p:sldId id="472" r:id="rId13"/>
    <p:sldId id="473" r:id="rId14"/>
    <p:sldId id="680" r:id="rId15"/>
    <p:sldId id="451" r:id="rId16"/>
    <p:sldId id="551" r:id="rId17"/>
    <p:sldId id="569" r:id="rId18"/>
    <p:sldId id="691" r:id="rId19"/>
    <p:sldId id="692" r:id="rId20"/>
    <p:sldId id="693" r:id="rId21"/>
    <p:sldId id="694" r:id="rId22"/>
    <p:sldId id="695" r:id="rId23"/>
    <p:sldId id="6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FAA06A-7C49-4279-B4DA-891F4449581B}" v="428" dt="2026-01-25T10:57:15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sy Van Santberghe" userId="c0aef79d-9824-49d2-a3c7-5109c5fc0114" providerId="ADAL" clId="{717CBBAB-232C-4E04-9E87-9F688F2BE489}"/>
    <pc:docChg chg="undo custSel addSld delSld modSld sldOrd">
      <pc:chgData name="Daisy Van Santberghe" userId="c0aef79d-9824-49d2-a3c7-5109c5fc0114" providerId="ADAL" clId="{717CBBAB-232C-4E04-9E87-9F688F2BE489}" dt="2026-01-25T10:57:15.282" v="2760" actId="20577"/>
      <pc:docMkLst>
        <pc:docMk/>
      </pc:docMkLst>
      <pc:sldChg chg="del">
        <pc:chgData name="Daisy Van Santberghe" userId="c0aef79d-9824-49d2-a3c7-5109c5fc0114" providerId="ADAL" clId="{717CBBAB-232C-4E04-9E87-9F688F2BE489}" dt="2026-01-25T10:31:30.313" v="2174" actId="47"/>
        <pc:sldMkLst>
          <pc:docMk/>
          <pc:sldMk cId="2057223047" sldId="415"/>
        </pc:sldMkLst>
      </pc:sldChg>
      <pc:sldChg chg="del">
        <pc:chgData name="Daisy Van Santberghe" userId="c0aef79d-9824-49d2-a3c7-5109c5fc0114" providerId="ADAL" clId="{717CBBAB-232C-4E04-9E87-9F688F2BE489}" dt="2026-01-25T10:31:31.065" v="2175" actId="47"/>
        <pc:sldMkLst>
          <pc:docMk/>
          <pc:sldMk cId="701876036" sldId="416"/>
        </pc:sldMkLst>
      </pc:sldChg>
      <pc:sldChg chg="addSp delSp modSp add del mod ord modNotesTx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968611518" sldId="443"/>
        </pc:sldMkLst>
      </pc:sldChg>
      <pc:sldChg chg="delSp modSp mod delAnim modAnim">
        <pc:chgData name="Daisy Van Santberghe" userId="c0aef79d-9824-49d2-a3c7-5109c5fc0114" providerId="ADAL" clId="{717CBBAB-232C-4E04-9E87-9F688F2BE489}" dt="2026-01-25T10:29:29.279" v="2145" actId="1076"/>
        <pc:sldMkLst>
          <pc:docMk/>
          <pc:sldMk cId="3081269809" sldId="447"/>
        </pc:sldMkLst>
        <pc:spChg chg="del mod">
          <ac:chgData name="Daisy Van Santberghe" userId="c0aef79d-9824-49d2-a3c7-5109c5fc0114" providerId="ADAL" clId="{717CBBAB-232C-4E04-9E87-9F688F2BE489}" dt="2026-01-25T10:29:27.401" v="2144" actId="478"/>
          <ac:spMkLst>
            <pc:docMk/>
            <pc:sldMk cId="3081269809" sldId="447"/>
            <ac:spMk id="3" creationId="{29747F91-8E29-F0E3-E056-7DF59EBE8B26}"/>
          </ac:spMkLst>
        </pc:spChg>
        <pc:picChg chg="mod">
          <ac:chgData name="Daisy Van Santberghe" userId="c0aef79d-9824-49d2-a3c7-5109c5fc0114" providerId="ADAL" clId="{717CBBAB-232C-4E04-9E87-9F688F2BE489}" dt="2026-01-25T10:29:29.279" v="2145" actId="1076"/>
          <ac:picMkLst>
            <pc:docMk/>
            <pc:sldMk cId="3081269809" sldId="447"/>
            <ac:picMk id="4" creationId="{141B7EC6-2695-4921-79CF-E268C2ACF87F}"/>
          </ac:picMkLst>
        </pc:picChg>
      </pc:sldChg>
      <pc:sldChg chg="add">
        <pc:chgData name="Daisy Van Santberghe" userId="c0aef79d-9824-49d2-a3c7-5109c5fc0114" providerId="ADAL" clId="{717CBBAB-232C-4E04-9E87-9F688F2BE489}" dt="2026-01-12T11:40:59.063" v="1561"/>
        <pc:sldMkLst>
          <pc:docMk/>
          <pc:sldMk cId="1785102122" sldId="451"/>
        </pc:sldMkLst>
      </pc:sldChg>
      <pc:sldChg chg="add del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1451653994" sldId="462"/>
        </pc:sldMkLst>
      </pc:sldChg>
      <pc:sldChg chg="del">
        <pc:chgData name="Daisy Van Santberghe" userId="c0aef79d-9824-49d2-a3c7-5109c5fc0114" providerId="ADAL" clId="{717CBBAB-232C-4E04-9E87-9F688F2BE489}" dt="2026-01-25T10:18:12.765" v="1701" actId="47"/>
        <pc:sldMkLst>
          <pc:docMk/>
          <pc:sldMk cId="2652142910" sldId="463"/>
        </pc:sldMkLst>
      </pc:sldChg>
      <pc:sldChg chg="modSp del mod">
        <pc:chgData name="Daisy Van Santberghe" userId="c0aef79d-9824-49d2-a3c7-5109c5fc0114" providerId="ADAL" clId="{717CBBAB-232C-4E04-9E87-9F688F2BE489}" dt="2026-01-25T10:18:16.611" v="1702" actId="47"/>
        <pc:sldMkLst>
          <pc:docMk/>
          <pc:sldMk cId="1229361697" sldId="464"/>
        </pc:sldMkLst>
      </pc:sldChg>
      <pc:sldChg chg="modSp del mod modAnim">
        <pc:chgData name="Daisy Van Santberghe" userId="c0aef79d-9824-49d2-a3c7-5109c5fc0114" providerId="ADAL" clId="{717CBBAB-232C-4E04-9E87-9F688F2BE489}" dt="2026-01-25T10:28:22.994" v="2133" actId="47"/>
        <pc:sldMkLst>
          <pc:docMk/>
          <pc:sldMk cId="4013495610" sldId="466"/>
        </pc:sldMkLst>
      </pc:sldChg>
      <pc:sldChg chg="delSp del mod ord">
        <pc:chgData name="Daisy Van Santberghe" userId="c0aef79d-9824-49d2-a3c7-5109c5fc0114" providerId="ADAL" clId="{717CBBAB-232C-4E04-9E87-9F688F2BE489}" dt="2026-01-25T10:30:32.402" v="2155" actId="47"/>
        <pc:sldMkLst>
          <pc:docMk/>
          <pc:sldMk cId="3014766899" sldId="469"/>
        </pc:sldMkLst>
      </pc:sldChg>
      <pc:sldChg chg="add del ord">
        <pc:chgData name="Daisy Van Santberghe" userId="c0aef79d-9824-49d2-a3c7-5109c5fc0114" providerId="ADAL" clId="{717CBBAB-232C-4E04-9E87-9F688F2BE489}" dt="2026-01-25T10:29:57.267" v="2152" actId="47"/>
        <pc:sldMkLst>
          <pc:docMk/>
          <pc:sldMk cId="4062202415" sldId="470"/>
        </pc:sldMkLst>
      </pc:sldChg>
      <pc:sldChg chg="ord">
        <pc:chgData name="Daisy Van Santberghe" userId="c0aef79d-9824-49d2-a3c7-5109c5fc0114" providerId="ADAL" clId="{717CBBAB-232C-4E04-9E87-9F688F2BE489}" dt="2026-01-12T11:39:42.924" v="1553"/>
        <pc:sldMkLst>
          <pc:docMk/>
          <pc:sldMk cId="1887058810" sldId="472"/>
        </pc:sldMkLst>
      </pc:sldChg>
      <pc:sldChg chg="ord">
        <pc:chgData name="Daisy Van Santberghe" userId="c0aef79d-9824-49d2-a3c7-5109c5fc0114" providerId="ADAL" clId="{717CBBAB-232C-4E04-9E87-9F688F2BE489}" dt="2026-01-12T11:39:44.947" v="1555"/>
        <pc:sldMkLst>
          <pc:docMk/>
          <pc:sldMk cId="1359033456" sldId="473"/>
        </pc:sldMkLst>
      </pc:sldChg>
      <pc:sldChg chg="modSp del mod ord">
        <pc:chgData name="Daisy Van Santberghe" userId="c0aef79d-9824-49d2-a3c7-5109c5fc0114" providerId="ADAL" clId="{717CBBAB-232C-4E04-9E87-9F688F2BE489}" dt="2026-01-25T10:30:49.315" v="2162" actId="47"/>
        <pc:sldMkLst>
          <pc:docMk/>
          <pc:sldMk cId="988150278" sldId="478"/>
        </pc:sldMkLst>
      </pc:sldChg>
      <pc:sldChg chg="modSp del mod modAnim">
        <pc:chgData name="Daisy Van Santberghe" userId="c0aef79d-9824-49d2-a3c7-5109c5fc0114" providerId="ADAL" clId="{717CBBAB-232C-4E04-9E87-9F688F2BE489}" dt="2026-01-25T10:30:54.383" v="2164" actId="47"/>
        <pc:sldMkLst>
          <pc:docMk/>
          <pc:sldMk cId="245125882" sldId="483"/>
        </pc:sldMkLst>
      </pc:sldChg>
      <pc:sldChg chg="modSp add del ord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515504091" sldId="518"/>
        </pc:sldMkLst>
      </pc:sldChg>
      <pc:sldChg chg="add del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4057145499" sldId="524"/>
        </pc:sldMkLst>
      </pc:sldChg>
      <pc:sldChg chg="add ord">
        <pc:chgData name="Daisy Van Santberghe" userId="c0aef79d-9824-49d2-a3c7-5109c5fc0114" providerId="ADAL" clId="{717CBBAB-232C-4E04-9E87-9F688F2BE489}" dt="2026-01-25T10:29:32.956" v="2147"/>
        <pc:sldMkLst>
          <pc:docMk/>
          <pc:sldMk cId="4225111819" sldId="540"/>
        </pc:sldMkLst>
      </pc:sldChg>
      <pc:sldChg chg="add">
        <pc:chgData name="Daisy Van Santberghe" userId="c0aef79d-9824-49d2-a3c7-5109c5fc0114" providerId="ADAL" clId="{717CBBAB-232C-4E04-9E87-9F688F2BE489}" dt="2026-01-01T11:03:05.633" v="189"/>
        <pc:sldMkLst>
          <pc:docMk/>
          <pc:sldMk cId="2822461328" sldId="541"/>
        </pc:sldMkLst>
      </pc:sldChg>
      <pc:sldChg chg="addSp delSp modSp mod ord">
        <pc:chgData name="Daisy Van Santberghe" userId="c0aef79d-9824-49d2-a3c7-5109c5fc0114" providerId="ADAL" clId="{717CBBAB-232C-4E04-9E87-9F688F2BE489}" dt="2026-01-25T10:30:15.406" v="2154" actId="1076"/>
        <pc:sldMkLst>
          <pc:docMk/>
          <pc:sldMk cId="981502837" sldId="543"/>
        </pc:sldMkLst>
        <pc:picChg chg="mod modCrop">
          <ac:chgData name="Daisy Van Santberghe" userId="c0aef79d-9824-49d2-a3c7-5109c5fc0114" providerId="ADAL" clId="{717CBBAB-232C-4E04-9E87-9F688F2BE489}" dt="2026-01-25T10:30:15.406" v="2154" actId="1076"/>
          <ac:picMkLst>
            <pc:docMk/>
            <pc:sldMk cId="981502837" sldId="543"/>
            <ac:picMk id="3" creationId="{AA213087-CAE9-AF95-00F5-5C87E363B7E0}"/>
          </ac:picMkLst>
        </pc:picChg>
      </pc:sldChg>
      <pc:sldChg chg="del ord">
        <pc:chgData name="Daisy Van Santberghe" userId="c0aef79d-9824-49d2-a3c7-5109c5fc0114" providerId="ADAL" clId="{717CBBAB-232C-4E04-9E87-9F688F2BE489}" dt="2026-01-25T10:30:33.635" v="2156" actId="47"/>
        <pc:sldMkLst>
          <pc:docMk/>
          <pc:sldMk cId="2807190771" sldId="544"/>
        </pc:sldMkLst>
      </pc:sldChg>
      <pc:sldChg chg="del">
        <pc:chgData name="Daisy Van Santberghe" userId="c0aef79d-9824-49d2-a3c7-5109c5fc0114" providerId="ADAL" clId="{717CBBAB-232C-4E04-9E87-9F688F2BE489}" dt="2026-01-25T10:31:05.129" v="2168" actId="47"/>
        <pc:sldMkLst>
          <pc:docMk/>
          <pc:sldMk cId="2704418124" sldId="546"/>
        </pc:sldMkLst>
      </pc:sldChg>
      <pc:sldChg chg="del">
        <pc:chgData name="Daisy Van Santberghe" userId="c0aef79d-9824-49d2-a3c7-5109c5fc0114" providerId="ADAL" clId="{717CBBAB-232C-4E04-9E87-9F688F2BE489}" dt="2026-01-25T10:31:07.576" v="2169" actId="47"/>
        <pc:sldMkLst>
          <pc:docMk/>
          <pc:sldMk cId="1700025468" sldId="547"/>
        </pc:sldMkLst>
      </pc:sldChg>
      <pc:sldChg chg="del ord">
        <pc:chgData name="Daisy Van Santberghe" userId="c0aef79d-9824-49d2-a3c7-5109c5fc0114" providerId="ADAL" clId="{717CBBAB-232C-4E04-9E87-9F688F2BE489}" dt="2026-01-25T10:30:52.950" v="2163" actId="47"/>
        <pc:sldMkLst>
          <pc:docMk/>
          <pc:sldMk cId="324311838" sldId="548"/>
        </pc:sldMkLst>
      </pc:sldChg>
      <pc:sldChg chg="add">
        <pc:chgData name="Daisy Van Santberghe" userId="c0aef79d-9824-49d2-a3c7-5109c5fc0114" providerId="ADAL" clId="{717CBBAB-232C-4E04-9E87-9F688F2BE489}" dt="2026-01-12T11:40:59.063" v="1561"/>
        <pc:sldMkLst>
          <pc:docMk/>
          <pc:sldMk cId="420831897" sldId="551"/>
        </pc:sldMkLst>
      </pc:sldChg>
      <pc:sldChg chg="delSp modSp mod">
        <pc:chgData name="Daisy Van Santberghe" userId="c0aef79d-9824-49d2-a3c7-5109c5fc0114" providerId="ADAL" clId="{717CBBAB-232C-4E04-9E87-9F688F2BE489}" dt="2026-01-25T10:29:12.004" v="2142" actId="14100"/>
        <pc:sldMkLst>
          <pc:docMk/>
          <pc:sldMk cId="357983165" sldId="555"/>
        </pc:sldMkLst>
        <pc:spChg chg="del mod">
          <ac:chgData name="Daisy Van Santberghe" userId="c0aef79d-9824-49d2-a3c7-5109c5fc0114" providerId="ADAL" clId="{717CBBAB-232C-4E04-9E87-9F688F2BE489}" dt="2026-01-25T10:29:08.327" v="2140" actId="478"/>
          <ac:spMkLst>
            <pc:docMk/>
            <pc:sldMk cId="357983165" sldId="555"/>
            <ac:spMk id="2" creationId="{FC0E96B7-C15A-BDEC-33C9-8178E81B75C6}"/>
          </ac:spMkLst>
        </pc:spChg>
        <pc:picChg chg="mod">
          <ac:chgData name="Daisy Van Santberghe" userId="c0aef79d-9824-49d2-a3c7-5109c5fc0114" providerId="ADAL" clId="{717CBBAB-232C-4E04-9E87-9F688F2BE489}" dt="2026-01-25T10:29:12.004" v="2142" actId="14100"/>
          <ac:picMkLst>
            <pc:docMk/>
            <pc:sldMk cId="357983165" sldId="555"/>
            <ac:picMk id="4" creationId="{7B423A4B-2715-6309-57B3-FC82CCECD4BA}"/>
          </ac:picMkLst>
        </pc:picChg>
      </pc:sldChg>
      <pc:sldChg chg="del">
        <pc:chgData name="Daisy Van Santberghe" userId="c0aef79d-9824-49d2-a3c7-5109c5fc0114" providerId="ADAL" clId="{717CBBAB-232C-4E04-9E87-9F688F2BE489}" dt="2026-01-25T10:31:28.846" v="2173" actId="47"/>
        <pc:sldMkLst>
          <pc:docMk/>
          <pc:sldMk cId="1079500388" sldId="558"/>
        </pc:sldMkLst>
      </pc:sldChg>
      <pc:sldChg chg="modSp del mod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1551477945" sldId="559"/>
        </pc:sldMkLst>
      </pc:sldChg>
      <pc:sldChg chg="addSp modSp new del mod">
        <pc:chgData name="Daisy Van Santberghe" userId="c0aef79d-9824-49d2-a3c7-5109c5fc0114" providerId="ADAL" clId="{717CBBAB-232C-4E04-9E87-9F688F2BE489}" dt="2026-01-25T10:18:12.765" v="1701" actId="47"/>
        <pc:sldMkLst>
          <pc:docMk/>
          <pc:sldMk cId="2183313667" sldId="560"/>
        </pc:sldMkLst>
      </pc:sldChg>
      <pc:sldChg chg="addSp modSp new del mod">
        <pc:chgData name="Daisy Van Santberghe" userId="c0aef79d-9824-49d2-a3c7-5109c5fc0114" providerId="ADAL" clId="{717CBBAB-232C-4E04-9E87-9F688F2BE489}" dt="2026-01-25T10:28:19.898" v="2132" actId="47"/>
        <pc:sldMkLst>
          <pc:docMk/>
          <pc:sldMk cId="3775135960" sldId="561"/>
        </pc:sldMkLst>
        <pc:picChg chg="add mod">
          <ac:chgData name="Daisy Van Santberghe" userId="c0aef79d-9824-49d2-a3c7-5109c5fc0114" providerId="ADAL" clId="{717CBBAB-232C-4E04-9E87-9F688F2BE489}" dt="2026-01-25T10:18:33.957" v="1703"/>
          <ac:picMkLst>
            <pc:docMk/>
            <pc:sldMk cId="3775135960" sldId="561"/>
            <ac:picMk id="2" creationId="{BBFFB19E-013B-8FAB-8C1E-F940089C10D3}"/>
          </ac:picMkLst>
        </pc:picChg>
      </pc:sldChg>
      <pc:sldChg chg="addSp delSp modSp new del mod">
        <pc:chgData name="Daisy Van Santberghe" userId="c0aef79d-9824-49d2-a3c7-5109c5fc0114" providerId="ADAL" clId="{717CBBAB-232C-4E04-9E87-9F688F2BE489}" dt="2026-01-25T10:28:16.764" v="2131" actId="47"/>
        <pc:sldMkLst>
          <pc:docMk/>
          <pc:sldMk cId="1295417612" sldId="562"/>
        </pc:sldMkLst>
        <pc:picChg chg="add del mod">
          <ac:chgData name="Daisy Van Santberghe" userId="c0aef79d-9824-49d2-a3c7-5109c5fc0114" providerId="ADAL" clId="{717CBBAB-232C-4E04-9E87-9F688F2BE489}" dt="2026-01-25T10:27:12.664" v="2069" actId="478"/>
          <ac:picMkLst>
            <pc:docMk/>
            <pc:sldMk cId="1295417612" sldId="562"/>
            <ac:picMk id="3" creationId="{2E7E542C-298B-1454-AB10-1485447CA593}"/>
          </ac:picMkLst>
        </pc:picChg>
      </pc:sldChg>
      <pc:sldChg chg="addSp new del mod">
        <pc:chgData name="Daisy Van Santberghe" userId="c0aef79d-9824-49d2-a3c7-5109c5fc0114" providerId="ADAL" clId="{717CBBAB-232C-4E04-9E87-9F688F2BE489}" dt="2026-01-25T10:28:28.164" v="2134" actId="47"/>
        <pc:sldMkLst>
          <pc:docMk/>
          <pc:sldMk cId="3940954002" sldId="563"/>
        </pc:sldMkLst>
      </pc:sldChg>
      <pc:sldChg chg="addSp modSp new del mod modAnim">
        <pc:chgData name="Daisy Van Santberghe" userId="c0aef79d-9824-49d2-a3c7-5109c5fc0114" providerId="ADAL" clId="{717CBBAB-232C-4E04-9E87-9F688F2BE489}" dt="2026-01-25T10:28:28.164" v="2134" actId="47"/>
        <pc:sldMkLst>
          <pc:docMk/>
          <pc:sldMk cId="3902918339" sldId="564"/>
        </pc:sldMkLst>
      </pc:sldChg>
      <pc:sldChg chg="addSp modSp new del mod">
        <pc:chgData name="Daisy Van Santberghe" userId="c0aef79d-9824-49d2-a3c7-5109c5fc0114" providerId="ADAL" clId="{717CBBAB-232C-4E04-9E87-9F688F2BE489}" dt="2026-01-25T10:28:28.164" v="2134" actId="47"/>
        <pc:sldMkLst>
          <pc:docMk/>
          <pc:sldMk cId="4009555802" sldId="565"/>
        </pc:sldMkLst>
      </pc:sldChg>
      <pc:sldChg chg="addSp modSp new del mod">
        <pc:chgData name="Daisy Van Santberghe" userId="c0aef79d-9824-49d2-a3c7-5109c5fc0114" providerId="ADAL" clId="{717CBBAB-232C-4E04-9E87-9F688F2BE489}" dt="2026-01-25T10:28:28.164" v="2134" actId="47"/>
        <pc:sldMkLst>
          <pc:docMk/>
          <pc:sldMk cId="3742755634" sldId="566"/>
        </pc:sldMkLst>
      </pc:sldChg>
      <pc:sldChg chg="addSp modSp new mod">
        <pc:chgData name="Daisy Van Santberghe" userId="c0aef79d-9824-49d2-a3c7-5109c5fc0114" providerId="ADAL" clId="{717CBBAB-232C-4E04-9E87-9F688F2BE489}" dt="2026-01-25T10:28:38.348" v="2136" actId="14100"/>
        <pc:sldMkLst>
          <pc:docMk/>
          <pc:sldMk cId="3486924482" sldId="567"/>
        </pc:sldMkLst>
        <pc:picChg chg="add mod">
          <ac:chgData name="Daisy Van Santberghe" userId="c0aef79d-9824-49d2-a3c7-5109c5fc0114" providerId="ADAL" clId="{717CBBAB-232C-4E04-9E87-9F688F2BE489}" dt="2026-01-25T10:28:38.348" v="2136" actId="14100"/>
          <ac:picMkLst>
            <pc:docMk/>
            <pc:sldMk cId="3486924482" sldId="567"/>
            <ac:picMk id="3" creationId="{0EEB49EC-3A0E-8051-A5A2-2000450D73D3}"/>
          </ac:picMkLst>
        </pc:picChg>
      </pc:sldChg>
      <pc:sldChg chg="addSp new del mod">
        <pc:chgData name="Daisy Van Santberghe" userId="c0aef79d-9824-49d2-a3c7-5109c5fc0114" providerId="ADAL" clId="{717CBBAB-232C-4E04-9E87-9F688F2BE489}" dt="2026-01-25T10:29:05.354" v="2139" actId="47"/>
        <pc:sldMkLst>
          <pc:docMk/>
          <pc:sldMk cId="3591364743" sldId="568"/>
        </pc:sldMkLst>
      </pc:sldChg>
      <pc:sldChg chg="addSp modSp new mod ord">
        <pc:chgData name="Daisy Van Santberghe" userId="c0aef79d-9824-49d2-a3c7-5109c5fc0114" providerId="ADAL" clId="{717CBBAB-232C-4E04-9E87-9F688F2BE489}" dt="2026-01-25T10:55:42.897" v="2742"/>
        <pc:sldMkLst>
          <pc:docMk/>
          <pc:sldMk cId="176782305" sldId="569"/>
        </pc:sldMkLst>
        <pc:spChg chg="add mod">
          <ac:chgData name="Daisy Van Santberghe" userId="c0aef79d-9824-49d2-a3c7-5109c5fc0114" providerId="ADAL" clId="{717CBBAB-232C-4E04-9E87-9F688F2BE489}" dt="2026-01-25T10:30:42.472" v="2158" actId="1076"/>
          <ac:spMkLst>
            <pc:docMk/>
            <pc:sldMk cId="176782305" sldId="569"/>
            <ac:spMk id="4" creationId="{BE3A4DAD-DE2A-8915-7F2A-1E328CC54620}"/>
          </ac:spMkLst>
        </pc:spChg>
        <pc:picChg chg="add mod">
          <ac:chgData name="Daisy Van Santberghe" userId="c0aef79d-9824-49d2-a3c7-5109c5fc0114" providerId="ADAL" clId="{717CBBAB-232C-4E04-9E87-9F688F2BE489}" dt="2026-01-25T10:30:46.621" v="2161" actId="1076"/>
          <ac:picMkLst>
            <pc:docMk/>
            <pc:sldMk cId="176782305" sldId="569"/>
            <ac:picMk id="3" creationId="{DC58830A-1B99-3187-DC59-E456809817FB}"/>
          </ac:picMkLst>
        </pc:picChg>
      </pc:sldChg>
      <pc:sldChg chg="add del">
        <pc:chgData name="Daisy Van Santberghe" userId="c0aef79d-9824-49d2-a3c7-5109c5fc0114" providerId="ADAL" clId="{717CBBAB-232C-4E04-9E87-9F688F2BE489}" dt="2026-01-25T10:28:59.017" v="2137" actId="47"/>
        <pc:sldMkLst>
          <pc:docMk/>
          <pc:sldMk cId="3812112456" sldId="570"/>
        </pc:sldMkLst>
      </pc:sldChg>
      <pc:sldChg chg="add del">
        <pc:chgData name="Daisy Van Santberghe" userId="c0aef79d-9824-49d2-a3c7-5109c5fc0114" providerId="ADAL" clId="{717CBBAB-232C-4E04-9E87-9F688F2BE489}" dt="2026-01-25T10:29:01.755" v="2138" actId="47"/>
        <pc:sldMkLst>
          <pc:docMk/>
          <pc:sldMk cId="292206924" sldId="571"/>
        </pc:sldMkLst>
      </pc:sldChg>
      <pc:sldChg chg="add del">
        <pc:chgData name="Daisy Van Santberghe" userId="c0aef79d-9824-49d2-a3c7-5109c5fc0114" providerId="ADAL" clId="{717CBBAB-232C-4E04-9E87-9F688F2BE489}" dt="2026-01-25T10:29:42.423" v="2148" actId="47"/>
        <pc:sldMkLst>
          <pc:docMk/>
          <pc:sldMk cId="2850284553" sldId="575"/>
        </pc:sldMkLst>
      </pc:sldChg>
      <pc:sldChg chg="addSp modSp new del mod">
        <pc:chgData name="Daisy Van Santberghe" userId="c0aef79d-9824-49d2-a3c7-5109c5fc0114" providerId="ADAL" clId="{717CBBAB-232C-4E04-9E87-9F688F2BE489}" dt="2026-01-25T10:30:57.608" v="2166" actId="47"/>
        <pc:sldMkLst>
          <pc:docMk/>
          <pc:sldMk cId="1360421550" sldId="576"/>
        </pc:sldMkLst>
      </pc:sldChg>
      <pc:sldChg chg="add del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2368446094" sldId="665"/>
        </pc:sldMkLst>
      </pc:sldChg>
      <pc:sldChg chg="add del">
        <pc:chgData name="Daisy Van Santberghe" userId="c0aef79d-9824-49d2-a3c7-5109c5fc0114" providerId="ADAL" clId="{717CBBAB-232C-4E04-9E87-9F688F2BE489}" dt="2026-01-25T10:18:09.215" v="1700" actId="47"/>
        <pc:sldMkLst>
          <pc:docMk/>
          <pc:sldMk cId="2931533697" sldId="673"/>
        </pc:sldMkLst>
      </pc:sldChg>
      <pc:sldChg chg="addSp modSp new del mod">
        <pc:chgData name="Daisy Van Santberghe" userId="c0aef79d-9824-49d2-a3c7-5109c5fc0114" providerId="ADAL" clId="{717CBBAB-232C-4E04-9E87-9F688F2BE489}" dt="2026-01-25T10:28:28.164" v="2134" actId="47"/>
        <pc:sldMkLst>
          <pc:docMk/>
          <pc:sldMk cId="57572166" sldId="674"/>
        </pc:sldMkLst>
      </pc:sldChg>
      <pc:sldChg chg="delSp modSp new del mod">
        <pc:chgData name="Daisy Van Santberghe" userId="c0aef79d-9824-49d2-a3c7-5109c5fc0114" providerId="ADAL" clId="{717CBBAB-232C-4E04-9E87-9F688F2BE489}" dt="2026-01-25T10:29:44.998" v="2150" actId="47"/>
        <pc:sldMkLst>
          <pc:docMk/>
          <pc:sldMk cId="395508064" sldId="675"/>
        </pc:sldMkLst>
      </pc:sldChg>
      <pc:sldChg chg="add del">
        <pc:chgData name="Daisy Van Santberghe" userId="c0aef79d-9824-49d2-a3c7-5109c5fc0114" providerId="ADAL" clId="{717CBBAB-232C-4E04-9E87-9F688F2BE489}" dt="2026-01-25T10:29:43.027" v="2149" actId="47"/>
        <pc:sldMkLst>
          <pc:docMk/>
          <pc:sldMk cId="563705662" sldId="676"/>
        </pc:sldMkLst>
      </pc:sldChg>
      <pc:sldChg chg="modSp add del mod">
        <pc:chgData name="Daisy Van Santberghe" userId="c0aef79d-9824-49d2-a3c7-5109c5fc0114" providerId="ADAL" clId="{717CBBAB-232C-4E04-9E87-9F688F2BE489}" dt="2026-01-25T10:54:33.273" v="2738" actId="47"/>
        <pc:sldMkLst>
          <pc:docMk/>
          <pc:sldMk cId="2376342140" sldId="677"/>
        </pc:sldMkLst>
      </pc:sldChg>
      <pc:sldChg chg="modSp add del modAnim">
        <pc:chgData name="Daisy Van Santberghe" userId="c0aef79d-9824-49d2-a3c7-5109c5fc0114" providerId="ADAL" clId="{717CBBAB-232C-4E04-9E87-9F688F2BE489}" dt="2026-01-25T10:30:55.948" v="2165" actId="47"/>
        <pc:sldMkLst>
          <pc:docMk/>
          <pc:sldMk cId="1769111586" sldId="678"/>
        </pc:sldMkLst>
      </pc:sldChg>
      <pc:sldChg chg="add del">
        <pc:chgData name="Daisy Van Santberghe" userId="c0aef79d-9824-49d2-a3c7-5109c5fc0114" providerId="ADAL" clId="{717CBBAB-232C-4E04-9E87-9F688F2BE489}" dt="2026-01-25T10:30:59.188" v="2167" actId="47"/>
        <pc:sldMkLst>
          <pc:docMk/>
          <pc:sldMk cId="3574738249" sldId="679"/>
        </pc:sldMkLst>
      </pc:sldChg>
      <pc:sldChg chg="add">
        <pc:chgData name="Daisy Van Santberghe" userId="c0aef79d-9824-49d2-a3c7-5109c5fc0114" providerId="ADAL" clId="{717CBBAB-232C-4E04-9E87-9F688F2BE489}" dt="2026-01-12T11:39:24.361" v="1543"/>
        <pc:sldMkLst>
          <pc:docMk/>
          <pc:sldMk cId="2548209134" sldId="680"/>
        </pc:sldMkLst>
      </pc:sldChg>
      <pc:sldChg chg="add">
        <pc:chgData name="Daisy Van Santberghe" userId="c0aef79d-9824-49d2-a3c7-5109c5fc0114" providerId="ADAL" clId="{717CBBAB-232C-4E04-9E87-9F688F2BE489}" dt="2026-01-25T10:54:45.007" v="2740"/>
        <pc:sldMkLst>
          <pc:docMk/>
          <pc:sldMk cId="1999709155" sldId="681"/>
        </pc:sldMkLst>
      </pc:sldChg>
      <pc:sldChg chg="addSp modSp new del mod ord modAnim">
        <pc:chgData name="Daisy Van Santberghe" userId="c0aef79d-9824-49d2-a3c7-5109c5fc0114" providerId="ADAL" clId="{717CBBAB-232C-4E04-9E87-9F688F2BE489}" dt="2026-01-25T10:54:38.808" v="2739" actId="2696"/>
        <pc:sldMkLst>
          <pc:docMk/>
          <pc:sldMk cId="4230981978" sldId="681"/>
        </pc:sldMkLst>
      </pc:sldChg>
      <pc:sldChg chg="addSp modSp new mod ord">
        <pc:chgData name="Daisy Van Santberghe" userId="c0aef79d-9824-49d2-a3c7-5109c5fc0114" providerId="ADAL" clId="{717CBBAB-232C-4E04-9E87-9F688F2BE489}" dt="2026-01-12T11:39:39.014" v="1551"/>
        <pc:sldMkLst>
          <pc:docMk/>
          <pc:sldMk cId="91061827" sldId="682"/>
        </pc:sldMkLst>
        <pc:picChg chg="add mod modCrop">
          <ac:chgData name="Daisy Van Santberghe" userId="c0aef79d-9824-49d2-a3c7-5109c5fc0114" providerId="ADAL" clId="{717CBBAB-232C-4E04-9E87-9F688F2BE489}" dt="2026-01-12T11:36:59.264" v="1536" actId="1076"/>
          <ac:picMkLst>
            <pc:docMk/>
            <pc:sldMk cId="91061827" sldId="682"/>
            <ac:picMk id="2" creationId="{F5951CE4-71E4-1184-F59E-764206789E9B}"/>
          </ac:picMkLst>
        </pc:picChg>
      </pc:sldChg>
      <pc:sldChg chg="addSp modSp new add del mod modAnim">
        <pc:chgData name="Daisy Van Santberghe" userId="c0aef79d-9824-49d2-a3c7-5109c5fc0114" providerId="ADAL" clId="{717CBBAB-232C-4E04-9E87-9F688F2BE489}" dt="2026-01-25T10:56:30.675" v="2745" actId="2696"/>
        <pc:sldMkLst>
          <pc:docMk/>
          <pc:sldMk cId="3127376608" sldId="683"/>
        </pc:sldMkLst>
        <pc:picChg chg="add mod">
          <ac:chgData name="Daisy Van Santberghe" userId="c0aef79d-9824-49d2-a3c7-5109c5fc0114" providerId="ADAL" clId="{717CBBAB-232C-4E04-9E87-9F688F2BE489}" dt="2026-01-25T10:31:25.002" v="2172" actId="14100"/>
          <ac:picMkLst>
            <pc:docMk/>
            <pc:sldMk cId="3127376608" sldId="683"/>
            <ac:picMk id="4" creationId="{2A521F0A-5195-0E82-154F-54255354344E}"/>
          </ac:picMkLst>
        </pc:picChg>
        <pc:picChg chg="add mod">
          <ac:chgData name="Daisy Van Santberghe" userId="c0aef79d-9824-49d2-a3c7-5109c5fc0114" providerId="ADAL" clId="{717CBBAB-232C-4E04-9E87-9F688F2BE489}" dt="2026-01-25T10:31:20.871" v="2171" actId="1076"/>
          <ac:picMkLst>
            <pc:docMk/>
            <pc:sldMk cId="3127376608" sldId="683"/>
            <ac:picMk id="6" creationId="{0FA22D39-7068-06A0-F58C-9D9DDD0E4236}"/>
          </ac:picMkLst>
        </pc:picChg>
      </pc:sldChg>
      <pc:sldChg chg="add del">
        <pc:chgData name="Daisy Van Santberghe" userId="c0aef79d-9824-49d2-a3c7-5109c5fc0114" providerId="ADAL" clId="{717CBBAB-232C-4E04-9E87-9F688F2BE489}" dt="2026-01-25T10:28:19.898" v="2132" actId="47"/>
        <pc:sldMkLst>
          <pc:docMk/>
          <pc:sldMk cId="1247924605" sldId="684"/>
        </pc:sldMkLst>
      </pc:sldChg>
      <pc:sldChg chg="add del">
        <pc:chgData name="Daisy Van Santberghe" userId="c0aef79d-9824-49d2-a3c7-5109c5fc0114" providerId="ADAL" clId="{717CBBAB-232C-4E04-9E87-9F688F2BE489}" dt="2026-01-25T10:28:19.898" v="2132" actId="47"/>
        <pc:sldMkLst>
          <pc:docMk/>
          <pc:sldMk cId="342305298" sldId="685"/>
        </pc:sldMkLst>
      </pc:sldChg>
      <pc:sldChg chg="add del">
        <pc:chgData name="Daisy Van Santberghe" userId="c0aef79d-9824-49d2-a3c7-5109c5fc0114" providerId="ADAL" clId="{717CBBAB-232C-4E04-9E87-9F688F2BE489}" dt="2026-01-25T10:28:19.898" v="2132" actId="47"/>
        <pc:sldMkLst>
          <pc:docMk/>
          <pc:sldMk cId="2787025924" sldId="686"/>
        </pc:sldMkLst>
      </pc:sldChg>
      <pc:sldChg chg="addSp delSp modSp new mod addAnim delAnim modAnim">
        <pc:chgData name="Daisy Van Santberghe" userId="c0aef79d-9824-49d2-a3c7-5109c5fc0114" providerId="ADAL" clId="{717CBBAB-232C-4E04-9E87-9F688F2BE489}" dt="2026-01-25T10:22:30.040" v="1849" actId="478"/>
        <pc:sldMkLst>
          <pc:docMk/>
          <pc:sldMk cId="292185558" sldId="687"/>
        </pc:sldMkLst>
        <pc:spChg chg="add del mod">
          <ac:chgData name="Daisy Van Santberghe" userId="c0aef79d-9824-49d2-a3c7-5109c5fc0114" providerId="ADAL" clId="{717CBBAB-232C-4E04-9E87-9F688F2BE489}" dt="2026-01-25T10:22:29.834" v="1848" actId="478"/>
          <ac:spMkLst>
            <pc:docMk/>
            <pc:sldMk cId="292185558" sldId="687"/>
            <ac:spMk id="8" creationId="{8B33E208-9F9A-789A-FF8C-D7351CB693E2}"/>
          </ac:spMkLst>
        </pc:spChg>
        <pc:spChg chg="add del mod">
          <ac:chgData name="Daisy Van Santberghe" userId="c0aef79d-9824-49d2-a3c7-5109c5fc0114" providerId="ADAL" clId="{717CBBAB-232C-4E04-9E87-9F688F2BE489}" dt="2026-01-25T10:22:29.446" v="1846" actId="478"/>
          <ac:spMkLst>
            <pc:docMk/>
            <pc:sldMk cId="292185558" sldId="687"/>
            <ac:spMk id="9" creationId="{EC0A3AED-5E82-DF4B-0C2B-A460E11514D2}"/>
          </ac:spMkLst>
        </pc:spChg>
        <pc:spChg chg="add del mod">
          <ac:chgData name="Daisy Van Santberghe" userId="c0aef79d-9824-49d2-a3c7-5109c5fc0114" providerId="ADAL" clId="{717CBBAB-232C-4E04-9E87-9F688F2BE489}" dt="2026-01-25T10:22:29.048" v="1844" actId="478"/>
          <ac:spMkLst>
            <pc:docMk/>
            <pc:sldMk cId="292185558" sldId="687"/>
            <ac:spMk id="10" creationId="{B6DB2822-D075-E29F-C160-C66AB5A8F1F7}"/>
          </ac:spMkLst>
        </pc:spChg>
        <pc:picChg chg="add del mod">
          <ac:chgData name="Daisy Van Santberghe" userId="c0aef79d-9824-49d2-a3c7-5109c5fc0114" providerId="ADAL" clId="{717CBBAB-232C-4E04-9E87-9F688F2BE489}" dt="2026-01-25T10:22:30.040" v="1849" actId="478"/>
          <ac:picMkLst>
            <pc:docMk/>
            <pc:sldMk cId="292185558" sldId="687"/>
            <ac:picMk id="3" creationId="{33470363-1B78-A194-D53B-5A495454C0A5}"/>
          </ac:picMkLst>
        </pc:picChg>
        <pc:picChg chg="add del mod">
          <ac:chgData name="Daisy Van Santberghe" userId="c0aef79d-9824-49d2-a3c7-5109c5fc0114" providerId="ADAL" clId="{717CBBAB-232C-4E04-9E87-9F688F2BE489}" dt="2026-01-25T10:22:29.657" v="1847" actId="478"/>
          <ac:picMkLst>
            <pc:docMk/>
            <pc:sldMk cId="292185558" sldId="687"/>
            <ac:picMk id="5" creationId="{C68400CA-1125-1A2F-61B2-E1C9B46364FE}"/>
          </ac:picMkLst>
        </pc:picChg>
        <pc:picChg chg="add del mod">
          <ac:chgData name="Daisy Van Santberghe" userId="c0aef79d-9824-49d2-a3c7-5109c5fc0114" providerId="ADAL" clId="{717CBBAB-232C-4E04-9E87-9F688F2BE489}" dt="2026-01-25T10:21:03.906" v="1785" actId="478"/>
          <ac:picMkLst>
            <pc:docMk/>
            <pc:sldMk cId="292185558" sldId="687"/>
            <ac:picMk id="7" creationId="{AADBAEED-78A5-EAEB-54F3-293294BF6B8C}"/>
          </ac:picMkLst>
        </pc:picChg>
        <pc:picChg chg="add del mod">
          <ac:chgData name="Daisy Van Santberghe" userId="c0aef79d-9824-49d2-a3c7-5109c5fc0114" providerId="ADAL" clId="{717CBBAB-232C-4E04-9E87-9F688F2BE489}" dt="2026-01-25T10:22:29.247" v="1845" actId="478"/>
          <ac:picMkLst>
            <pc:docMk/>
            <pc:sldMk cId="292185558" sldId="687"/>
            <ac:picMk id="12" creationId="{452A292D-D6C3-A586-34A2-D8A376746D4B}"/>
          </ac:picMkLst>
        </pc:picChg>
      </pc:sldChg>
      <pc:sldChg chg="addSp delSp modSp add mod modAnim">
        <pc:chgData name="Daisy Van Santberghe" userId="c0aef79d-9824-49d2-a3c7-5109c5fc0114" providerId="ADAL" clId="{717CBBAB-232C-4E04-9E87-9F688F2BE489}" dt="2026-01-25T10:53:18.982" v="2705" actId="1076"/>
        <pc:sldMkLst>
          <pc:docMk/>
          <pc:sldMk cId="2796107695" sldId="688"/>
        </pc:sldMkLst>
        <pc:spChg chg="add del mod">
          <ac:chgData name="Daisy Van Santberghe" userId="c0aef79d-9824-49d2-a3c7-5109c5fc0114" providerId="ADAL" clId="{717CBBAB-232C-4E04-9E87-9F688F2BE489}" dt="2026-01-25T10:23:50.034" v="1940" actId="20577"/>
          <ac:spMkLst>
            <pc:docMk/>
            <pc:sldMk cId="2796107695" sldId="688"/>
            <ac:spMk id="8" creationId="{6C8E0BAD-218A-1AA0-49FD-879817EF496A}"/>
          </ac:spMkLst>
        </pc:spChg>
        <pc:spChg chg="mod">
          <ac:chgData name="Daisy Van Santberghe" userId="c0aef79d-9824-49d2-a3c7-5109c5fc0114" providerId="ADAL" clId="{717CBBAB-232C-4E04-9E87-9F688F2BE489}" dt="2026-01-25T10:51:41.613" v="2656" actId="1076"/>
          <ac:spMkLst>
            <pc:docMk/>
            <pc:sldMk cId="2796107695" sldId="688"/>
            <ac:spMk id="9" creationId="{6FD41A1C-1D4C-A1F4-7FC3-E9248FBC361F}"/>
          </ac:spMkLst>
        </pc:spChg>
        <pc:spChg chg="mod">
          <ac:chgData name="Daisy Van Santberghe" userId="c0aef79d-9824-49d2-a3c7-5109c5fc0114" providerId="ADAL" clId="{717CBBAB-232C-4E04-9E87-9F688F2BE489}" dt="2026-01-25T10:53:18.982" v="2705" actId="1076"/>
          <ac:spMkLst>
            <pc:docMk/>
            <pc:sldMk cId="2796107695" sldId="688"/>
            <ac:spMk id="10" creationId="{D813E6EE-DD52-3194-1BB8-D9C32846B4A8}"/>
          </ac:spMkLst>
        </pc:spChg>
        <pc:picChg chg="del">
          <ac:chgData name="Daisy Van Santberghe" userId="c0aef79d-9824-49d2-a3c7-5109c5fc0114" providerId="ADAL" clId="{717CBBAB-232C-4E04-9E87-9F688F2BE489}" dt="2026-01-25T10:22:33.426" v="1850" actId="478"/>
          <ac:picMkLst>
            <pc:docMk/>
            <pc:sldMk cId="2796107695" sldId="688"/>
            <ac:picMk id="3" creationId="{60FC0268-95FC-5135-81EB-4D2AA4577BCA}"/>
          </ac:picMkLst>
        </pc:picChg>
        <pc:picChg chg="add mod">
          <ac:chgData name="Daisy Van Santberghe" userId="c0aef79d-9824-49d2-a3c7-5109c5fc0114" providerId="ADAL" clId="{717CBBAB-232C-4E04-9E87-9F688F2BE489}" dt="2026-01-25T10:24:26.674" v="1951" actId="1076"/>
          <ac:picMkLst>
            <pc:docMk/>
            <pc:sldMk cId="2796107695" sldId="688"/>
            <ac:picMk id="4" creationId="{656DDE12-AED6-8D86-29BA-28C20B6D6AAD}"/>
          </ac:picMkLst>
        </pc:picChg>
        <pc:picChg chg="del">
          <ac:chgData name="Daisy Van Santberghe" userId="c0aef79d-9824-49d2-a3c7-5109c5fc0114" providerId="ADAL" clId="{717CBBAB-232C-4E04-9E87-9F688F2BE489}" dt="2026-01-25T10:22:37.452" v="1853" actId="478"/>
          <ac:picMkLst>
            <pc:docMk/>
            <pc:sldMk cId="2796107695" sldId="688"/>
            <ac:picMk id="5" creationId="{0EB1A26C-038D-A453-4DBD-9BEAC1541F5D}"/>
          </ac:picMkLst>
        </pc:picChg>
        <pc:picChg chg="mod">
          <ac:chgData name="Daisy Van Santberghe" userId="c0aef79d-9824-49d2-a3c7-5109c5fc0114" providerId="ADAL" clId="{717CBBAB-232C-4E04-9E87-9F688F2BE489}" dt="2026-01-25T10:22:40.792" v="1854" actId="1076"/>
          <ac:picMkLst>
            <pc:docMk/>
            <pc:sldMk cId="2796107695" sldId="688"/>
            <ac:picMk id="7" creationId="{361F5DFC-AC2F-DEC7-FEAB-B197B096E287}"/>
          </ac:picMkLst>
        </pc:picChg>
        <pc:picChg chg="add mod">
          <ac:chgData name="Daisy Van Santberghe" userId="c0aef79d-9824-49d2-a3c7-5109c5fc0114" providerId="ADAL" clId="{717CBBAB-232C-4E04-9E87-9F688F2BE489}" dt="2026-01-25T10:53:14.422" v="2703" actId="1076"/>
          <ac:picMkLst>
            <pc:docMk/>
            <pc:sldMk cId="2796107695" sldId="688"/>
            <ac:picMk id="11" creationId="{A943D0A8-7F55-970E-E131-E13C485796F2}"/>
          </ac:picMkLst>
        </pc:picChg>
        <pc:picChg chg="add mod">
          <ac:chgData name="Daisy Van Santberghe" userId="c0aef79d-9824-49d2-a3c7-5109c5fc0114" providerId="ADAL" clId="{717CBBAB-232C-4E04-9E87-9F688F2BE489}" dt="2026-01-25T10:53:15.271" v="2704" actId="1076"/>
          <ac:picMkLst>
            <pc:docMk/>
            <pc:sldMk cId="2796107695" sldId="688"/>
            <ac:picMk id="13" creationId="{06B69C27-419C-B533-69AD-F344F5202383}"/>
          </ac:picMkLst>
        </pc:picChg>
      </pc:sldChg>
      <pc:sldChg chg="addSp delSp modSp add mod modAnim">
        <pc:chgData name="Daisy Van Santberghe" userId="c0aef79d-9824-49d2-a3c7-5109c5fc0114" providerId="ADAL" clId="{717CBBAB-232C-4E04-9E87-9F688F2BE489}" dt="2026-01-25T10:54:21.012" v="2737" actId="113"/>
        <pc:sldMkLst>
          <pc:docMk/>
          <pc:sldMk cId="2941944344" sldId="689"/>
        </pc:sldMkLst>
        <pc:spChg chg="mod">
          <ac:chgData name="Daisy Van Santberghe" userId="c0aef79d-9824-49d2-a3c7-5109c5fc0114" providerId="ADAL" clId="{717CBBAB-232C-4E04-9E87-9F688F2BE489}" dt="2026-01-25T10:53:56.298" v="2733" actId="113"/>
          <ac:spMkLst>
            <pc:docMk/>
            <pc:sldMk cId="2941944344" sldId="689"/>
            <ac:spMk id="8" creationId="{027B5B27-B0C7-C5C8-5AC3-F7F39CB7DC66}"/>
          </ac:spMkLst>
        </pc:spChg>
        <pc:spChg chg="mod">
          <ac:chgData name="Daisy Van Santberghe" userId="c0aef79d-9824-49d2-a3c7-5109c5fc0114" providerId="ADAL" clId="{717CBBAB-232C-4E04-9E87-9F688F2BE489}" dt="2026-01-25T10:26:49.567" v="2064" actId="13926"/>
          <ac:spMkLst>
            <pc:docMk/>
            <pc:sldMk cId="2941944344" sldId="689"/>
            <ac:spMk id="9" creationId="{3EDBEBDF-6008-EAD5-70E4-133C4D67ADEA}"/>
          </ac:spMkLst>
        </pc:spChg>
        <pc:spChg chg="mod">
          <ac:chgData name="Daisy Van Santberghe" userId="c0aef79d-9824-49d2-a3c7-5109c5fc0114" providerId="ADAL" clId="{717CBBAB-232C-4E04-9E87-9F688F2BE489}" dt="2026-01-25T10:54:21.012" v="2737" actId="113"/>
          <ac:spMkLst>
            <pc:docMk/>
            <pc:sldMk cId="2941944344" sldId="689"/>
            <ac:spMk id="10" creationId="{AAFF44AA-2DDE-F2FF-5FF8-186BCBB42745}"/>
          </ac:spMkLst>
        </pc:spChg>
        <pc:picChg chg="add mod">
          <ac:chgData name="Daisy Van Santberghe" userId="c0aef79d-9824-49d2-a3c7-5109c5fc0114" providerId="ADAL" clId="{717CBBAB-232C-4E04-9E87-9F688F2BE489}" dt="2026-01-25T10:25:26.659" v="1979" actId="1076"/>
          <ac:picMkLst>
            <pc:docMk/>
            <pc:sldMk cId="2941944344" sldId="689"/>
            <ac:picMk id="3" creationId="{7CF7AF6C-715B-2163-8F25-25465E5BE056}"/>
          </ac:picMkLst>
        </pc:picChg>
        <pc:picChg chg="del">
          <ac:chgData name="Daisy Van Santberghe" userId="c0aef79d-9824-49d2-a3c7-5109c5fc0114" providerId="ADAL" clId="{717CBBAB-232C-4E04-9E87-9F688F2BE489}" dt="2026-01-25T10:26:25.714" v="2025" actId="478"/>
          <ac:picMkLst>
            <pc:docMk/>
            <pc:sldMk cId="2941944344" sldId="689"/>
            <ac:picMk id="4" creationId="{4E1C5E61-206F-27A9-6E88-4203094A945C}"/>
          </ac:picMkLst>
        </pc:picChg>
        <pc:picChg chg="add mod">
          <ac:chgData name="Daisy Van Santberghe" userId="c0aef79d-9824-49d2-a3c7-5109c5fc0114" providerId="ADAL" clId="{717CBBAB-232C-4E04-9E87-9F688F2BE489}" dt="2026-01-25T10:26:30.715" v="2030" actId="1076"/>
          <ac:picMkLst>
            <pc:docMk/>
            <pc:sldMk cId="2941944344" sldId="689"/>
            <ac:picMk id="6" creationId="{CE83AE61-BE72-55FD-40AE-B391F1E00310}"/>
          </ac:picMkLst>
        </pc:picChg>
        <pc:picChg chg="del">
          <ac:chgData name="Daisy Van Santberghe" userId="c0aef79d-9824-49d2-a3c7-5109c5fc0114" providerId="ADAL" clId="{717CBBAB-232C-4E04-9E87-9F688F2BE489}" dt="2026-01-25T10:25:21.296" v="1974" actId="478"/>
          <ac:picMkLst>
            <pc:docMk/>
            <pc:sldMk cId="2941944344" sldId="689"/>
            <ac:picMk id="7" creationId="{F3CE36AE-7A1C-61B2-7D67-8DD66ABB7055}"/>
          </ac:picMkLst>
        </pc:picChg>
        <pc:picChg chg="del">
          <ac:chgData name="Daisy Van Santberghe" userId="c0aef79d-9824-49d2-a3c7-5109c5fc0114" providerId="ADAL" clId="{717CBBAB-232C-4E04-9E87-9F688F2BE489}" dt="2026-01-25T10:27:26.376" v="2070" actId="478"/>
          <ac:picMkLst>
            <pc:docMk/>
            <pc:sldMk cId="2941944344" sldId="689"/>
            <ac:picMk id="11" creationId="{4E7AC69B-0DB1-0A78-79F4-0BF9F8F0EB7E}"/>
          </ac:picMkLst>
        </pc:picChg>
        <pc:picChg chg="add mod">
          <ac:chgData name="Daisy Van Santberghe" userId="c0aef79d-9824-49d2-a3c7-5109c5fc0114" providerId="ADAL" clId="{717CBBAB-232C-4E04-9E87-9F688F2BE489}" dt="2026-01-25T10:27:30.690" v="2075" actId="1076"/>
          <ac:picMkLst>
            <pc:docMk/>
            <pc:sldMk cId="2941944344" sldId="689"/>
            <ac:picMk id="13" creationId="{6832CFBC-0D38-0941-DA7E-4940E463AB67}"/>
          </ac:picMkLst>
        </pc:picChg>
        <pc:picChg chg="add mod">
          <ac:chgData name="Daisy Van Santberghe" userId="c0aef79d-9824-49d2-a3c7-5109c5fc0114" providerId="ADAL" clId="{717CBBAB-232C-4E04-9E87-9F688F2BE489}" dt="2026-01-25T10:28:08.485" v="2129" actId="14100"/>
          <ac:picMkLst>
            <pc:docMk/>
            <pc:sldMk cId="2941944344" sldId="689"/>
            <ac:picMk id="15" creationId="{2516A638-BCBE-CFEF-2532-B7CA54FE3B05}"/>
          </ac:picMkLst>
        </pc:picChg>
      </pc:sldChg>
      <pc:sldChg chg="addSp modSp new del mod modAnim">
        <pc:chgData name="Daisy Van Santberghe" userId="c0aef79d-9824-49d2-a3c7-5109c5fc0114" providerId="ADAL" clId="{717CBBAB-232C-4E04-9E87-9F688F2BE489}" dt="2026-01-25T10:56:30.675" v="2745" actId="2696"/>
        <pc:sldMkLst>
          <pc:docMk/>
          <pc:sldMk cId="2580498405" sldId="690"/>
        </pc:sldMkLst>
        <pc:spChg chg="add mod">
          <ac:chgData name="Daisy Van Santberghe" userId="c0aef79d-9824-49d2-a3c7-5109c5fc0114" providerId="ADAL" clId="{717CBBAB-232C-4E04-9E87-9F688F2BE489}" dt="2026-01-25T10:33:51.626" v="2214" actId="113"/>
          <ac:spMkLst>
            <pc:docMk/>
            <pc:sldMk cId="2580498405" sldId="690"/>
            <ac:spMk id="2" creationId="{FDF72992-5935-B842-9D07-FA253788F18E}"/>
          </ac:spMkLst>
        </pc:spChg>
      </pc:sldChg>
      <pc:sldChg chg="addSp modSp new mod modAnim">
        <pc:chgData name="Daisy Van Santberghe" userId="c0aef79d-9824-49d2-a3c7-5109c5fc0114" providerId="ADAL" clId="{717CBBAB-232C-4E04-9E87-9F688F2BE489}" dt="2026-01-25T10:57:01.956" v="2751" actId="20577"/>
        <pc:sldMkLst>
          <pc:docMk/>
          <pc:sldMk cId="78669335" sldId="691"/>
        </pc:sldMkLst>
        <pc:spChg chg="add mod">
          <ac:chgData name="Daisy Van Santberghe" userId="c0aef79d-9824-49d2-a3c7-5109c5fc0114" providerId="ADAL" clId="{717CBBAB-232C-4E04-9E87-9F688F2BE489}" dt="2026-01-25T10:57:01.956" v="2751" actId="20577"/>
          <ac:spMkLst>
            <pc:docMk/>
            <pc:sldMk cId="78669335" sldId="691"/>
            <ac:spMk id="2" creationId="{BF0AFCCD-CB23-8BAE-BDC0-8ED2BD9B07B2}"/>
          </ac:spMkLst>
        </pc:spChg>
      </pc:sldChg>
      <pc:sldChg chg="modSp add mod modAnim">
        <pc:chgData name="Daisy Van Santberghe" userId="c0aef79d-9824-49d2-a3c7-5109c5fc0114" providerId="ADAL" clId="{717CBBAB-232C-4E04-9E87-9F688F2BE489}" dt="2026-01-25T10:57:15.282" v="2760" actId="20577"/>
        <pc:sldMkLst>
          <pc:docMk/>
          <pc:sldMk cId="206941240" sldId="692"/>
        </pc:sldMkLst>
        <pc:spChg chg="mod">
          <ac:chgData name="Daisy Van Santberghe" userId="c0aef79d-9824-49d2-a3c7-5109c5fc0114" providerId="ADAL" clId="{717CBBAB-232C-4E04-9E87-9F688F2BE489}" dt="2026-01-25T10:57:15.282" v="2760" actId="20577"/>
          <ac:spMkLst>
            <pc:docMk/>
            <pc:sldMk cId="206941240" sldId="692"/>
            <ac:spMk id="2" creationId="{8C33B2BA-6B87-271E-383D-2A9B99397AA7}"/>
          </ac:spMkLst>
        </pc:spChg>
      </pc:sldChg>
      <pc:sldChg chg="addSp modSp new mod modAnim">
        <pc:chgData name="Daisy Van Santberghe" userId="c0aef79d-9824-49d2-a3c7-5109c5fc0114" providerId="ADAL" clId="{717CBBAB-232C-4E04-9E87-9F688F2BE489}" dt="2026-01-25T10:40:57.894" v="2519" actId="113"/>
        <pc:sldMkLst>
          <pc:docMk/>
          <pc:sldMk cId="1149909311" sldId="693"/>
        </pc:sldMkLst>
        <pc:spChg chg="add mod">
          <ac:chgData name="Daisy Van Santberghe" userId="c0aef79d-9824-49d2-a3c7-5109c5fc0114" providerId="ADAL" clId="{717CBBAB-232C-4E04-9E87-9F688F2BE489}" dt="2026-01-25T10:40:57.894" v="2519" actId="113"/>
          <ac:spMkLst>
            <pc:docMk/>
            <pc:sldMk cId="1149909311" sldId="693"/>
            <ac:spMk id="4" creationId="{1FAED143-FC33-42EF-49A7-F820F9E0B1F8}"/>
          </ac:spMkLst>
        </pc:spChg>
        <pc:picChg chg="add mod">
          <ac:chgData name="Daisy Van Santberghe" userId="c0aef79d-9824-49d2-a3c7-5109c5fc0114" providerId="ADAL" clId="{717CBBAB-232C-4E04-9E87-9F688F2BE489}" dt="2026-01-25T10:40:12.638" v="2459" actId="14100"/>
          <ac:picMkLst>
            <pc:docMk/>
            <pc:sldMk cId="1149909311" sldId="693"/>
            <ac:picMk id="3" creationId="{9D7F4D2D-4891-562F-90E5-40FBA2365FB3}"/>
          </ac:picMkLst>
        </pc:picChg>
      </pc:sldChg>
      <pc:sldChg chg="addSp delSp modSp add mod">
        <pc:chgData name="Daisy Van Santberghe" userId="c0aef79d-9824-49d2-a3c7-5109c5fc0114" providerId="ADAL" clId="{717CBBAB-232C-4E04-9E87-9F688F2BE489}" dt="2026-01-25T10:41:55.415" v="2583" actId="113"/>
        <pc:sldMkLst>
          <pc:docMk/>
          <pc:sldMk cId="3361714117" sldId="694"/>
        </pc:sldMkLst>
        <pc:spChg chg="mod">
          <ac:chgData name="Daisy Van Santberghe" userId="c0aef79d-9824-49d2-a3c7-5109c5fc0114" providerId="ADAL" clId="{717CBBAB-232C-4E04-9E87-9F688F2BE489}" dt="2026-01-25T10:41:55.415" v="2583" actId="113"/>
          <ac:spMkLst>
            <pc:docMk/>
            <pc:sldMk cId="3361714117" sldId="694"/>
            <ac:spMk id="4" creationId="{17FA63E0-BD65-C6AA-50BC-C0CBB56FACCD}"/>
          </ac:spMkLst>
        </pc:spChg>
        <pc:picChg chg="del">
          <ac:chgData name="Daisy Van Santberghe" userId="c0aef79d-9824-49d2-a3c7-5109c5fc0114" providerId="ADAL" clId="{717CBBAB-232C-4E04-9E87-9F688F2BE489}" dt="2026-01-25T10:41:18.894" v="2521" actId="478"/>
          <ac:picMkLst>
            <pc:docMk/>
            <pc:sldMk cId="3361714117" sldId="694"/>
            <ac:picMk id="3" creationId="{8E264ED4-982D-66E5-6DF5-3670552583DD}"/>
          </ac:picMkLst>
        </pc:picChg>
        <pc:picChg chg="add mod">
          <ac:chgData name="Daisy Van Santberghe" userId="c0aef79d-9824-49d2-a3c7-5109c5fc0114" providerId="ADAL" clId="{717CBBAB-232C-4E04-9E87-9F688F2BE489}" dt="2026-01-25T10:41:24.861" v="2527" actId="1076"/>
          <ac:picMkLst>
            <pc:docMk/>
            <pc:sldMk cId="3361714117" sldId="694"/>
            <ac:picMk id="5" creationId="{B45E6D45-C84A-E308-33FC-135710755661}"/>
          </ac:picMkLst>
        </pc:picChg>
      </pc:sldChg>
      <pc:sldChg chg="addSp delSp modSp add mod">
        <pc:chgData name="Daisy Van Santberghe" userId="c0aef79d-9824-49d2-a3c7-5109c5fc0114" providerId="ADAL" clId="{717CBBAB-232C-4E04-9E87-9F688F2BE489}" dt="2026-01-25T10:42:48.164" v="2654" actId="113"/>
        <pc:sldMkLst>
          <pc:docMk/>
          <pc:sldMk cId="4103216109" sldId="695"/>
        </pc:sldMkLst>
        <pc:spChg chg="mod">
          <ac:chgData name="Daisy Van Santberghe" userId="c0aef79d-9824-49d2-a3c7-5109c5fc0114" providerId="ADAL" clId="{717CBBAB-232C-4E04-9E87-9F688F2BE489}" dt="2026-01-25T10:42:48.164" v="2654" actId="113"/>
          <ac:spMkLst>
            <pc:docMk/>
            <pc:sldMk cId="4103216109" sldId="695"/>
            <ac:spMk id="4" creationId="{6B1EA95B-DD9C-6BC0-E102-772DEE96E2AB}"/>
          </ac:spMkLst>
        </pc:spChg>
        <pc:picChg chg="add mod">
          <ac:chgData name="Daisy Van Santberghe" userId="c0aef79d-9824-49d2-a3c7-5109c5fc0114" providerId="ADAL" clId="{717CBBAB-232C-4E04-9E87-9F688F2BE489}" dt="2026-01-25T10:42:20.832" v="2590" actId="14100"/>
          <ac:picMkLst>
            <pc:docMk/>
            <pc:sldMk cId="4103216109" sldId="695"/>
            <ac:picMk id="3" creationId="{389626AA-16B9-FF67-D0F6-059C1A588475}"/>
          </ac:picMkLst>
        </pc:picChg>
        <pc:picChg chg="del">
          <ac:chgData name="Daisy Van Santberghe" userId="c0aef79d-9824-49d2-a3c7-5109c5fc0114" providerId="ADAL" clId="{717CBBAB-232C-4E04-9E87-9F688F2BE489}" dt="2026-01-25T10:42:15.992" v="2585" actId="478"/>
          <ac:picMkLst>
            <pc:docMk/>
            <pc:sldMk cId="4103216109" sldId="695"/>
            <ac:picMk id="5" creationId="{900601A8-D46C-5397-D11A-5049C995C4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537D2-46CD-4DFC-9AFA-986AC386E0C5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fr-FR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B7D72-9DB8-414A-A496-430ABDBB633D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67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à of de + article défini.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85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Lire, </a:t>
            </a:r>
            <a:r>
              <a:rPr lang="nl-BE" dirty="0" err="1"/>
              <a:t>écouter</a:t>
            </a:r>
            <a:r>
              <a:rPr lang="nl-BE" dirty="0"/>
              <a:t> de la </a:t>
            </a:r>
            <a:r>
              <a:rPr lang="nl-BE" dirty="0" err="1"/>
              <a:t>musique</a:t>
            </a:r>
            <a:r>
              <a:rPr lang="nl-BE" dirty="0"/>
              <a:t>, danser, </a:t>
            </a:r>
            <a:r>
              <a:rPr lang="nl-BE" dirty="0" err="1"/>
              <a:t>jouer</a:t>
            </a:r>
            <a:r>
              <a:rPr lang="nl-BE" dirty="0"/>
              <a:t> </a:t>
            </a:r>
            <a:r>
              <a:rPr lang="nl-BE" dirty="0" err="1"/>
              <a:t>aux</a:t>
            </a:r>
            <a:r>
              <a:rPr lang="nl-BE" dirty="0"/>
              <a:t> </a:t>
            </a:r>
            <a:r>
              <a:rPr lang="nl-BE" dirty="0" err="1"/>
              <a:t>jeux</a:t>
            </a:r>
            <a:r>
              <a:rPr lang="nl-BE" dirty="0"/>
              <a:t> vidéo, </a:t>
            </a:r>
            <a:r>
              <a:rPr lang="nl-BE" dirty="0" err="1"/>
              <a:t>dormir</a:t>
            </a:r>
            <a:r>
              <a:rPr lang="nl-BE" dirty="0"/>
              <a:t>, </a:t>
            </a:r>
            <a:r>
              <a:rPr lang="nl-BE" dirty="0" err="1"/>
              <a:t>cuisiner</a:t>
            </a:r>
            <a:r>
              <a:rPr lang="nl-BE" dirty="0"/>
              <a:t>, </a:t>
            </a:r>
            <a:r>
              <a:rPr lang="nl-BE" dirty="0" err="1"/>
              <a:t>parler</a:t>
            </a:r>
            <a:r>
              <a:rPr lang="nl-BE" dirty="0"/>
              <a:t>, aller au cinéma, faire du sport, </a:t>
            </a:r>
            <a:r>
              <a:rPr lang="nl-BE" dirty="0" err="1"/>
              <a:t>regarder</a:t>
            </a:r>
            <a:r>
              <a:rPr lang="nl-BE" dirty="0"/>
              <a:t> la </a:t>
            </a:r>
            <a:r>
              <a:rPr lang="nl-BE" dirty="0" err="1"/>
              <a:t>télévision</a:t>
            </a:r>
            <a:r>
              <a:rPr lang="nl-BE" dirty="0"/>
              <a:t>, chanter…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23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sport, zwemmen, persoon, zwembad&#10;&#10;Door AI gegenereerde inhoud is mogelijk onjuist.">
            <a:extLst>
              <a:ext uri="{FF2B5EF4-FFF2-40B4-BE49-F238E27FC236}">
                <a16:creationId xmlns:a16="http://schemas.microsoft.com/office/drawing/2014/main" id="{33470363-1B78-A194-D53B-5A495454C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58" y="215112"/>
            <a:ext cx="2978106" cy="2153183"/>
          </a:xfrm>
          <a:prstGeom prst="rect">
            <a:avLst/>
          </a:prstGeom>
        </p:spPr>
      </p:pic>
      <p:pic>
        <p:nvPicPr>
          <p:cNvPr id="5" name="Afbeelding 4" descr="Afbeelding met schrijfmateriaal, regenboog, Kleurrijkheid, verbruiksartikelen voor kantoor&#10;&#10;Door AI gegenereerde inhoud is mogelijk onjuist.">
            <a:extLst>
              <a:ext uri="{FF2B5EF4-FFF2-40B4-BE49-F238E27FC236}">
                <a16:creationId xmlns:a16="http://schemas.microsoft.com/office/drawing/2014/main" id="{C68400CA-1125-1A2F-61B2-E1C9B463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46" y="2524054"/>
            <a:ext cx="2994718" cy="2000726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8B33E208-9F9A-789A-FF8C-D7351CB693E2}"/>
              </a:ext>
            </a:extLst>
          </p:cNvPr>
          <p:cNvSpPr txBox="1"/>
          <p:nvPr/>
        </p:nvSpPr>
        <p:spPr>
          <a:xfrm>
            <a:off x="3566160" y="402336"/>
            <a:ext cx="5687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nager</a:t>
            </a:r>
            <a:endParaRPr lang="nl-BE" sz="4800" dirty="0"/>
          </a:p>
          <a:p>
            <a:r>
              <a:rPr lang="nl-BE" sz="4800" dirty="0"/>
              <a:t>la </a:t>
            </a:r>
            <a:r>
              <a:rPr lang="nl-BE" sz="4800" dirty="0" err="1"/>
              <a:t>natation</a:t>
            </a:r>
            <a:endParaRPr lang="nl-BE" sz="480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EC0A3AED-5E82-DF4B-0C2B-A460E11514D2}"/>
              </a:ext>
            </a:extLst>
          </p:cNvPr>
          <p:cNvSpPr txBox="1"/>
          <p:nvPr/>
        </p:nvSpPr>
        <p:spPr>
          <a:xfrm>
            <a:off x="3566160" y="2524054"/>
            <a:ext cx="5687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dessiner</a:t>
            </a:r>
            <a:r>
              <a:rPr lang="nl-BE" sz="4800" dirty="0"/>
              <a:t> </a:t>
            </a:r>
          </a:p>
          <a:p>
            <a:r>
              <a:rPr lang="nl-BE" sz="4800" dirty="0" err="1"/>
              <a:t>le</a:t>
            </a:r>
            <a:r>
              <a:rPr lang="nl-BE" sz="4800" dirty="0"/>
              <a:t> dessin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6DB2822-D075-E29F-C160-C66AB5A8F1F7}"/>
              </a:ext>
            </a:extLst>
          </p:cNvPr>
          <p:cNvSpPr txBox="1"/>
          <p:nvPr/>
        </p:nvSpPr>
        <p:spPr>
          <a:xfrm>
            <a:off x="3566160" y="4645772"/>
            <a:ext cx="5687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écrire</a:t>
            </a:r>
            <a:r>
              <a:rPr lang="nl-BE" sz="4800" dirty="0"/>
              <a:t> </a:t>
            </a:r>
          </a:p>
          <a:p>
            <a:r>
              <a:rPr lang="nl-BE" sz="4800" dirty="0" err="1"/>
              <a:t>l’écriture</a:t>
            </a:r>
            <a:endParaRPr lang="nl-BE" sz="4800" dirty="0"/>
          </a:p>
        </p:txBody>
      </p:sp>
      <p:pic>
        <p:nvPicPr>
          <p:cNvPr id="12" name="Afbeelding 11" descr="Afbeelding met persoon, verbruiksartikelen voor kantoor, Kantoorinstrument, pen&#10;&#10;Door AI gegenereerde inhoud is mogelijk onjuist.">
            <a:extLst>
              <a:ext uri="{FF2B5EF4-FFF2-40B4-BE49-F238E27FC236}">
                <a16:creationId xmlns:a16="http://schemas.microsoft.com/office/drawing/2014/main" id="{452A292D-D6C3-A586-34A2-D8A376746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46" y="4680539"/>
            <a:ext cx="2994718" cy="194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C35B-0D4A-7F46-1656-401A03314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gras, sport, Sport, sportuitrusting&#10;&#10;Door AI gegenereerde inhoud is mogelijk onjuist.">
            <a:extLst>
              <a:ext uri="{FF2B5EF4-FFF2-40B4-BE49-F238E27FC236}">
                <a16:creationId xmlns:a16="http://schemas.microsoft.com/office/drawing/2014/main" id="{361F5DFC-AC2F-DEC7-FEAB-B197B096E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6" y="200024"/>
            <a:ext cx="2994718" cy="2159906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6C8E0BAD-218A-1AA0-49FD-879817EF496A}"/>
              </a:ext>
            </a:extLst>
          </p:cNvPr>
          <p:cNvSpPr txBox="1"/>
          <p:nvPr/>
        </p:nvSpPr>
        <p:spPr>
          <a:xfrm>
            <a:off x="3566160" y="402336"/>
            <a:ext cx="5687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jouer</a:t>
            </a:r>
            <a:r>
              <a:rPr lang="nl-BE" sz="4800" b="1" dirty="0"/>
              <a:t> au </a:t>
            </a:r>
            <a:r>
              <a:rPr lang="nl-BE" sz="4800" dirty="0" err="1"/>
              <a:t>foot</a:t>
            </a:r>
            <a:endParaRPr lang="nl-BE" sz="480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FD41A1C-1D4C-A1F4-7FC3-E9248FBC361F}"/>
              </a:ext>
            </a:extLst>
          </p:cNvPr>
          <p:cNvSpPr txBox="1"/>
          <p:nvPr/>
        </p:nvSpPr>
        <p:spPr>
          <a:xfrm>
            <a:off x="3566160" y="2889814"/>
            <a:ext cx="5687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jouer</a:t>
            </a:r>
            <a:r>
              <a:rPr lang="nl-BE" sz="4800" dirty="0"/>
              <a:t> </a:t>
            </a:r>
            <a:r>
              <a:rPr lang="nl-BE" sz="4800" b="1" dirty="0" err="1"/>
              <a:t>aux</a:t>
            </a:r>
            <a:r>
              <a:rPr lang="nl-BE" sz="4800" b="1" dirty="0"/>
              <a:t> </a:t>
            </a:r>
            <a:r>
              <a:rPr lang="nl-BE" sz="4800" dirty="0" err="1"/>
              <a:t>jeux</a:t>
            </a:r>
            <a:r>
              <a:rPr lang="nl-BE" sz="4800" dirty="0"/>
              <a:t> </a:t>
            </a:r>
            <a:r>
              <a:rPr lang="nl-BE" sz="4800" dirty="0" err="1"/>
              <a:t>vidéos</a:t>
            </a:r>
            <a:r>
              <a:rPr lang="nl-BE" sz="4800" dirty="0"/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813E6EE-DD52-3194-1BB8-D9C32846B4A8}"/>
              </a:ext>
            </a:extLst>
          </p:cNvPr>
          <p:cNvSpPr txBox="1"/>
          <p:nvPr/>
        </p:nvSpPr>
        <p:spPr>
          <a:xfrm>
            <a:off x="6409944" y="4914057"/>
            <a:ext cx="6031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jouer</a:t>
            </a:r>
            <a:r>
              <a:rPr lang="nl-BE" sz="4800" dirty="0"/>
              <a:t> </a:t>
            </a:r>
            <a:r>
              <a:rPr lang="nl-BE" sz="4800" b="1" dirty="0"/>
              <a:t>du</a:t>
            </a:r>
            <a:r>
              <a:rPr lang="nl-BE" sz="4800" dirty="0"/>
              <a:t> piano</a:t>
            </a:r>
          </a:p>
          <a:p>
            <a:r>
              <a:rPr lang="nl-BE" sz="4800" dirty="0" err="1"/>
              <a:t>jouer</a:t>
            </a:r>
            <a:r>
              <a:rPr lang="nl-BE" sz="4800" dirty="0"/>
              <a:t> </a:t>
            </a:r>
            <a:r>
              <a:rPr lang="nl-BE" sz="4800" b="1" dirty="0"/>
              <a:t>des </a:t>
            </a:r>
            <a:r>
              <a:rPr lang="nl-BE" sz="4800" dirty="0" err="1"/>
              <a:t>castagnettes</a:t>
            </a:r>
            <a:r>
              <a:rPr lang="nl-BE" sz="4800" dirty="0"/>
              <a:t> </a:t>
            </a:r>
          </a:p>
        </p:txBody>
      </p:sp>
      <p:pic>
        <p:nvPicPr>
          <p:cNvPr id="4" name="Afbeelding 3" descr="Afbeelding met violet, Magenta, persoon, kleding&#10;&#10;Door AI gegenereerde inhoud is mogelijk onjuist.">
            <a:extLst>
              <a:ext uri="{FF2B5EF4-FFF2-40B4-BE49-F238E27FC236}">
                <a16:creationId xmlns:a16="http://schemas.microsoft.com/office/drawing/2014/main" id="{656DDE12-AED6-8D86-29BA-28C20B6D6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6" y="2448994"/>
            <a:ext cx="2976027" cy="2002560"/>
          </a:xfrm>
          <a:prstGeom prst="rect">
            <a:avLst/>
          </a:prstGeom>
        </p:spPr>
      </p:pic>
      <p:pic>
        <p:nvPicPr>
          <p:cNvPr id="11" name="Afbeelding 10" descr="Afbeelding met piano, keyboard, Keyboard, persoon&#10;&#10;Door AI gegenereerde inhoud is mogelijk onjuist.">
            <a:extLst>
              <a:ext uri="{FF2B5EF4-FFF2-40B4-BE49-F238E27FC236}">
                <a16:creationId xmlns:a16="http://schemas.microsoft.com/office/drawing/2014/main" id="{A943D0A8-7F55-970E-E131-E13C48579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2" y="4645772"/>
            <a:ext cx="2994717" cy="2082689"/>
          </a:xfrm>
          <a:prstGeom prst="rect">
            <a:avLst/>
          </a:prstGeom>
        </p:spPr>
      </p:pic>
      <p:pic>
        <p:nvPicPr>
          <p:cNvPr id="13" name="Afbeelding 12" descr="Afbeelding met Dans, hemel, Menselijk gezicht, dansen&#10;&#10;Door AI gegenereerde inhoud is mogelijk onjuist.">
            <a:extLst>
              <a:ext uri="{FF2B5EF4-FFF2-40B4-BE49-F238E27FC236}">
                <a16:creationId xmlns:a16="http://schemas.microsoft.com/office/drawing/2014/main" id="{06B69C27-419C-B533-69AD-F344F5202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929" y="4709781"/>
            <a:ext cx="3173064" cy="20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0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96EC6-4041-AB14-4A49-A4A70B0B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vak 7">
            <a:extLst>
              <a:ext uri="{FF2B5EF4-FFF2-40B4-BE49-F238E27FC236}">
                <a16:creationId xmlns:a16="http://schemas.microsoft.com/office/drawing/2014/main" id="{027B5B27-B0C7-C5C8-5AC3-F7F39CB7DC66}"/>
              </a:ext>
            </a:extLst>
          </p:cNvPr>
          <p:cNvSpPr txBox="1"/>
          <p:nvPr/>
        </p:nvSpPr>
        <p:spPr>
          <a:xfrm>
            <a:off x="3566160" y="402336"/>
            <a:ext cx="7836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 err="1"/>
              <a:t>regarder</a:t>
            </a:r>
            <a:r>
              <a:rPr lang="nl-BE" sz="4800" dirty="0"/>
              <a:t> </a:t>
            </a:r>
            <a:r>
              <a:rPr lang="nl-BE" sz="4800" dirty="0" err="1"/>
              <a:t>un</a:t>
            </a:r>
            <a:r>
              <a:rPr lang="nl-BE" sz="4800" dirty="0"/>
              <a:t> film </a:t>
            </a:r>
            <a:r>
              <a:rPr lang="nl-BE" sz="4800" b="1" dirty="0"/>
              <a:t>au</a:t>
            </a:r>
            <a:r>
              <a:rPr lang="nl-BE" sz="4800" dirty="0"/>
              <a:t> cinéma / aller </a:t>
            </a:r>
            <a:r>
              <a:rPr lang="nl-BE" sz="4800" b="1" dirty="0"/>
              <a:t>au </a:t>
            </a:r>
            <a:r>
              <a:rPr lang="nl-BE" sz="4800" dirty="0"/>
              <a:t>cinéma</a:t>
            </a:r>
          </a:p>
          <a:p>
            <a:r>
              <a:rPr lang="nl-BE" sz="4800" dirty="0">
                <a:highlight>
                  <a:srgbClr val="FFFF00"/>
                </a:highlight>
              </a:rPr>
              <a:t>aller + à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EDBEBDF-6008-EAD5-70E4-133C4D67ADEA}"/>
              </a:ext>
            </a:extLst>
          </p:cNvPr>
          <p:cNvSpPr txBox="1"/>
          <p:nvPr/>
        </p:nvSpPr>
        <p:spPr>
          <a:xfrm>
            <a:off x="3566160" y="2898958"/>
            <a:ext cx="5687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/>
              <a:t>faire </a:t>
            </a:r>
            <a:r>
              <a:rPr lang="nl-BE" sz="4800" b="1" dirty="0"/>
              <a:t>de</a:t>
            </a:r>
            <a:r>
              <a:rPr lang="nl-BE" sz="4800" dirty="0"/>
              <a:t> la gym</a:t>
            </a:r>
          </a:p>
          <a:p>
            <a:r>
              <a:rPr lang="nl-BE" sz="4800" dirty="0">
                <a:highlight>
                  <a:srgbClr val="FFFF00"/>
                </a:highlight>
              </a:rPr>
              <a:t>faire + de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AFF44AA-2DDE-F2FF-5FF8-186BCBB42745}"/>
              </a:ext>
            </a:extLst>
          </p:cNvPr>
          <p:cNvSpPr txBox="1"/>
          <p:nvPr/>
        </p:nvSpPr>
        <p:spPr>
          <a:xfrm>
            <a:off x="6409944" y="4886004"/>
            <a:ext cx="5687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/>
              <a:t>faire </a:t>
            </a:r>
            <a:r>
              <a:rPr lang="nl-BE" sz="4800" b="1" dirty="0" err="1"/>
              <a:t>une</a:t>
            </a:r>
            <a:r>
              <a:rPr lang="nl-BE" sz="4800" dirty="0"/>
              <a:t> promenade</a:t>
            </a:r>
          </a:p>
          <a:p>
            <a:r>
              <a:rPr lang="nl-BE" sz="4800" dirty="0"/>
              <a:t>faire </a:t>
            </a:r>
            <a:r>
              <a:rPr lang="nl-BE" sz="4800" b="1" dirty="0" err="1"/>
              <a:t>un</a:t>
            </a:r>
            <a:r>
              <a:rPr lang="nl-BE" sz="4800" dirty="0"/>
              <a:t> </a:t>
            </a:r>
            <a:r>
              <a:rPr lang="nl-BE" sz="4800" dirty="0" err="1"/>
              <a:t>voyage</a:t>
            </a:r>
            <a:endParaRPr lang="nl-BE" sz="4800" dirty="0"/>
          </a:p>
        </p:txBody>
      </p:sp>
      <p:pic>
        <p:nvPicPr>
          <p:cNvPr id="3" name="Afbeelding 2" descr="Afbeelding met persoon, Menselijk gezicht, muziek, kleding&#10;&#10;Door AI gegenereerde inhoud is mogelijk onjuist.">
            <a:extLst>
              <a:ext uri="{FF2B5EF4-FFF2-40B4-BE49-F238E27FC236}">
                <a16:creationId xmlns:a16="http://schemas.microsoft.com/office/drawing/2014/main" id="{7CF7AF6C-715B-2163-8F25-25465E5BE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51" y="252216"/>
            <a:ext cx="3097293" cy="2002560"/>
          </a:xfrm>
          <a:prstGeom prst="rect">
            <a:avLst/>
          </a:prstGeom>
        </p:spPr>
      </p:pic>
      <p:pic>
        <p:nvPicPr>
          <p:cNvPr id="6" name="Afbeelding 5" descr="Afbeelding met Fitness, knie, Balans, persoon&#10;&#10;Door AI gegenereerde inhoud is mogelijk onjuist.">
            <a:extLst>
              <a:ext uri="{FF2B5EF4-FFF2-40B4-BE49-F238E27FC236}">
                <a16:creationId xmlns:a16="http://schemas.microsoft.com/office/drawing/2014/main" id="{CE83AE61-BE72-55FD-40AE-B391F1E00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40" y="2383276"/>
            <a:ext cx="3244251" cy="2133996"/>
          </a:xfrm>
          <a:prstGeom prst="rect">
            <a:avLst/>
          </a:prstGeom>
        </p:spPr>
      </p:pic>
      <p:pic>
        <p:nvPicPr>
          <p:cNvPr id="13" name="Afbeelding 12" descr="Afbeelding met boom, kleding, buitenshuis, persoon&#10;&#10;Door AI gegenereerde inhoud is mogelijk onjuist.">
            <a:extLst>
              <a:ext uri="{FF2B5EF4-FFF2-40B4-BE49-F238E27FC236}">
                <a16:creationId xmlns:a16="http://schemas.microsoft.com/office/drawing/2014/main" id="{6832CFBC-0D38-0941-DA7E-4940E463A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40" y="4645772"/>
            <a:ext cx="2967802" cy="2034693"/>
          </a:xfrm>
          <a:prstGeom prst="rect">
            <a:avLst/>
          </a:prstGeom>
        </p:spPr>
      </p:pic>
      <p:pic>
        <p:nvPicPr>
          <p:cNvPr id="15" name="Afbeelding 14" descr="Afbeelding met persoon, kleding, voertuig, buitenshuis&#10;&#10;Door AI gegenereerde inhoud is mogelijk onjuist.">
            <a:extLst>
              <a:ext uri="{FF2B5EF4-FFF2-40B4-BE49-F238E27FC236}">
                <a16:creationId xmlns:a16="http://schemas.microsoft.com/office/drawing/2014/main" id="{2516A638-BCBE-CFEF-2532-B7CA54FE3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293" y="4639614"/>
            <a:ext cx="2915961" cy="20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9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EEB49EC-3A0E-8051-A5A2-2000450D7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8" y="205628"/>
            <a:ext cx="11929849" cy="582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2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B423A4B-2715-6309-57B3-FC82CCECD4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78"/>
          <a:stretch/>
        </p:blipFill>
        <p:spPr>
          <a:xfrm>
            <a:off x="114783" y="457799"/>
            <a:ext cx="11904062" cy="51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6F6FDCE0-ABF8-5E58-1260-1C793E7A8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09" y="600777"/>
            <a:ext cx="10140217" cy="526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11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AF4BB-A777-ED7A-39C9-11D3CFAE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4488"/>
            <a:ext cx="7729728" cy="1188720"/>
          </a:xfrm>
        </p:spPr>
        <p:txBody>
          <a:bodyPr/>
          <a:lstStyle/>
          <a:p>
            <a:r>
              <a:rPr lang="nl-BE" dirty="0"/>
              <a:t>Aimer + </a:t>
            </a:r>
            <a:r>
              <a:rPr lang="nl-BE" dirty="0" err="1"/>
              <a:t>le</a:t>
            </a:r>
            <a:r>
              <a:rPr lang="nl-BE" dirty="0"/>
              <a:t>/la/l’/les + nom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41B7EC6-2695-4921-79CF-E268C2ACF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62" y="2417651"/>
            <a:ext cx="11407324" cy="335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6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3744FC19-CD7B-FB19-5746-3E6F3C52C6FC}"/>
              </a:ext>
            </a:extLst>
          </p:cNvPr>
          <p:cNvSpPr txBox="1"/>
          <p:nvPr/>
        </p:nvSpPr>
        <p:spPr>
          <a:xfrm>
            <a:off x="2270910" y="1080314"/>
            <a:ext cx="83045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 err="1"/>
              <a:t>Préférer</a:t>
            </a:r>
            <a:r>
              <a:rPr lang="nl-BE" sz="3600" dirty="0"/>
              <a:t>: verkiezen</a:t>
            </a:r>
          </a:p>
          <a:p>
            <a:r>
              <a:rPr lang="nl-BE" sz="3600" dirty="0" err="1"/>
              <a:t>Aimer</a:t>
            </a:r>
            <a:r>
              <a:rPr lang="nl-BE" sz="3600" dirty="0"/>
              <a:t>: houden van</a:t>
            </a:r>
          </a:p>
          <a:p>
            <a:r>
              <a:rPr lang="nl-BE" sz="3600" dirty="0" err="1"/>
              <a:t>Adorer</a:t>
            </a:r>
            <a:r>
              <a:rPr lang="nl-BE" sz="3600" dirty="0"/>
              <a:t>: dol zijn op</a:t>
            </a:r>
          </a:p>
          <a:p>
            <a:r>
              <a:rPr lang="nl-BE" sz="3600" dirty="0" err="1"/>
              <a:t>Détester</a:t>
            </a:r>
            <a:r>
              <a:rPr lang="nl-BE" sz="3600" dirty="0"/>
              <a:t>: haten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72779803-BD1C-FDF0-B43D-1A6573349886}"/>
              </a:ext>
            </a:extLst>
          </p:cNvPr>
          <p:cNvSpPr/>
          <p:nvPr/>
        </p:nvSpPr>
        <p:spPr>
          <a:xfrm>
            <a:off x="8039725" y="633784"/>
            <a:ext cx="739305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</a:t>
            </a:r>
          </a:p>
          <a:p>
            <a:pPr algn="ctr"/>
            <a:r>
              <a:rPr lang="nl-NL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</a:t>
            </a:r>
          </a:p>
          <a:p>
            <a:pPr algn="ctr"/>
            <a:r>
              <a:rPr lang="nl-NL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</a:t>
            </a:r>
          </a:p>
          <a:p>
            <a:pPr algn="ctr"/>
            <a:r>
              <a:rPr lang="nl-NL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</a:t>
            </a:r>
            <a:endParaRPr lang="nl-NL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A5AF4BB-A777-ED7A-39C9-11D3CFAEC661}"/>
              </a:ext>
            </a:extLst>
          </p:cNvPr>
          <p:cNvSpPr txBox="1">
            <a:spLocks/>
          </p:cNvSpPr>
          <p:nvPr/>
        </p:nvSpPr>
        <p:spPr>
          <a:xfrm>
            <a:off x="1394086" y="5035496"/>
            <a:ext cx="9181375" cy="11887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sz="6600" dirty="0"/>
              <a:t>+ </a:t>
            </a:r>
            <a:r>
              <a:rPr lang="nl-BE" sz="6600" dirty="0" err="1"/>
              <a:t>le</a:t>
            </a:r>
            <a:r>
              <a:rPr lang="nl-BE" sz="6600" dirty="0"/>
              <a:t>/la/l’/les + nom</a:t>
            </a:r>
          </a:p>
        </p:txBody>
      </p:sp>
    </p:spTree>
    <p:extLst>
      <p:ext uri="{BB962C8B-B14F-4D97-AF65-F5344CB8AC3E}">
        <p14:creationId xmlns:p14="http://schemas.microsoft.com/office/powerpoint/2010/main" val="282246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CBED50E-B61B-6D1C-47DF-4E7800EDD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386" y="319184"/>
            <a:ext cx="9217105" cy="255892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B0BCD6A0-4F70-C594-1031-42A27461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38" y="3979890"/>
            <a:ext cx="10140979" cy="14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20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A213087-CAE9-AF95-00F5-5C87E363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27372"/>
          <a:stretch>
            <a:fillRect/>
          </a:stretch>
        </p:blipFill>
        <p:spPr>
          <a:xfrm>
            <a:off x="349857" y="459773"/>
            <a:ext cx="11144899" cy="550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0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F5951CE4-71E4-1184-F59E-76420678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095" r="21465"/>
          <a:stretch>
            <a:fillRect/>
          </a:stretch>
        </p:blipFill>
        <p:spPr>
          <a:xfrm>
            <a:off x="663372" y="1051559"/>
            <a:ext cx="10108260" cy="244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132126-3FA6-440B-036A-524547CB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885" y="409134"/>
            <a:ext cx="7729728" cy="1188720"/>
          </a:xfrm>
        </p:spPr>
        <p:txBody>
          <a:bodyPr/>
          <a:lstStyle/>
          <a:p>
            <a:r>
              <a:rPr lang="nl-BE" dirty="0" err="1"/>
              <a:t>L’article</a:t>
            </a:r>
            <a:r>
              <a:rPr lang="nl-BE" dirty="0"/>
              <a:t> </a:t>
            </a:r>
            <a:r>
              <a:rPr lang="nl-BE" dirty="0" err="1"/>
              <a:t>contracté</a:t>
            </a:r>
            <a:r>
              <a:rPr lang="nl-BE" dirty="0"/>
              <a:t>: </a:t>
            </a:r>
            <a:br>
              <a:rPr lang="nl-BE" dirty="0"/>
            </a:br>
            <a:r>
              <a:rPr lang="nl-BE" dirty="0"/>
              <a:t>Tu as </a:t>
            </a:r>
            <a:r>
              <a:rPr lang="nl-BE" dirty="0" err="1"/>
              <a:t>compris</a:t>
            </a:r>
            <a:r>
              <a:rPr lang="nl-BE" dirty="0"/>
              <a:t>?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611D0C0-A3F4-CE90-642E-BACCE36A5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59" y="1952970"/>
            <a:ext cx="8163979" cy="173460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320E902-9B09-9FA8-83FD-C0F05D638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500" y="4042695"/>
            <a:ext cx="8226238" cy="20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5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50FD8AD-1BF7-A619-2871-2AD01495A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718"/>
          <a:stretch/>
        </p:blipFill>
        <p:spPr>
          <a:xfrm>
            <a:off x="1606261" y="300682"/>
            <a:ext cx="8313613" cy="154310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D52D425B-3309-2E53-BFB6-36E74D107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91" y="2767763"/>
            <a:ext cx="9259752" cy="224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3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42F91-5614-B3A4-7916-254E3495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688" y="178308"/>
            <a:ext cx="7729728" cy="1188720"/>
          </a:xfrm>
        </p:spPr>
        <p:txBody>
          <a:bodyPr/>
          <a:lstStyle/>
          <a:p>
            <a:r>
              <a:rPr lang="nl-BE" dirty="0"/>
              <a:t>Jouer à-de / faire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2212FE1-3362-C57F-D807-0376F98E34E4}"/>
              </a:ext>
            </a:extLst>
          </p:cNvPr>
          <p:cNvSpPr txBox="1"/>
          <p:nvPr/>
        </p:nvSpPr>
        <p:spPr>
          <a:xfrm>
            <a:off x="420624" y="1700784"/>
            <a:ext cx="111008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du piano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au tennis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au basket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faire du shopping</a:t>
            </a:r>
          </a:p>
          <a:p>
            <a:endParaRPr lang="nl-BE" sz="3600" dirty="0"/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de la </a:t>
            </a:r>
            <a:r>
              <a:rPr lang="nl-BE" sz="3600" dirty="0" err="1"/>
              <a:t>guitare</a:t>
            </a:r>
            <a:endParaRPr lang="nl-BE" sz="3600" dirty="0"/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</a:t>
            </a:r>
            <a:r>
              <a:rPr lang="nl-BE" sz="3600" dirty="0" err="1"/>
              <a:t>aux</a:t>
            </a:r>
            <a:r>
              <a:rPr lang="nl-BE" sz="3600" dirty="0"/>
              <a:t> </a:t>
            </a:r>
            <a:r>
              <a:rPr lang="nl-BE" sz="3600" dirty="0" err="1"/>
              <a:t>jeux</a:t>
            </a:r>
            <a:r>
              <a:rPr lang="nl-BE" sz="3600" dirty="0"/>
              <a:t> </a:t>
            </a:r>
            <a:r>
              <a:rPr lang="nl-BE" sz="3600" dirty="0" err="1"/>
              <a:t>vidéos</a:t>
            </a:r>
            <a:endParaRPr lang="nl-BE" sz="3600" dirty="0"/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</a:t>
            </a:r>
            <a:r>
              <a:rPr lang="nl-BE" sz="3600" dirty="0" err="1"/>
              <a:t>jouer</a:t>
            </a:r>
            <a:r>
              <a:rPr lang="nl-BE" sz="3600" dirty="0"/>
              <a:t> </a:t>
            </a:r>
            <a:r>
              <a:rPr lang="nl-BE" sz="3600" dirty="0" err="1"/>
              <a:t>aux</a:t>
            </a:r>
            <a:r>
              <a:rPr lang="nl-BE" sz="3600" dirty="0"/>
              <a:t> cartes</a:t>
            </a:r>
          </a:p>
          <a:p>
            <a:r>
              <a:rPr lang="nl-BE" sz="3600" dirty="0"/>
              <a:t>Elle </a:t>
            </a:r>
            <a:r>
              <a:rPr lang="nl-BE" sz="3600" dirty="0" err="1"/>
              <a:t>aime</a:t>
            </a:r>
            <a:r>
              <a:rPr lang="nl-BE" sz="3600" dirty="0"/>
              <a:t> faire du </a:t>
            </a:r>
            <a:r>
              <a:rPr lang="nl-BE" sz="3600" dirty="0" err="1"/>
              <a:t>cheval</a:t>
            </a:r>
            <a:r>
              <a:rPr lang="nl-BE" sz="3600" dirty="0"/>
              <a:t> / de </a:t>
            </a:r>
            <a:r>
              <a:rPr lang="nl-BE" sz="3600" dirty="0" err="1"/>
              <a:t>l’équitation</a:t>
            </a:r>
            <a:endParaRPr lang="nl-BE" sz="3600" dirty="0"/>
          </a:p>
        </p:txBody>
      </p:sp>
    </p:spTree>
    <p:extLst>
      <p:ext uri="{BB962C8B-B14F-4D97-AF65-F5344CB8AC3E}">
        <p14:creationId xmlns:p14="http://schemas.microsoft.com/office/powerpoint/2010/main" val="254820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AC8D934-67D8-785D-2B5A-A75B1FCC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34" y="2416852"/>
            <a:ext cx="10004801" cy="137566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C2710780-67CD-F036-CE3A-2417A10CD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6" y="1407590"/>
            <a:ext cx="11459148" cy="431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02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9E8B83CF-FD85-CBDD-4AB1-84F3344D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874" y="308225"/>
            <a:ext cx="8620252" cy="62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1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C58830A-1B99-3187-DC59-E4568098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3" y="1882684"/>
            <a:ext cx="11660774" cy="4371812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E3A4DAD-DE2A-8915-7F2A-1E328CC54620}"/>
              </a:ext>
            </a:extLst>
          </p:cNvPr>
          <p:cNvSpPr txBox="1"/>
          <p:nvPr/>
        </p:nvSpPr>
        <p:spPr>
          <a:xfrm>
            <a:off x="2953512" y="245235"/>
            <a:ext cx="5660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4400" dirty="0"/>
              <a:t>Les </a:t>
            </a:r>
            <a:r>
              <a:rPr lang="nl-BE" sz="4400" dirty="0" err="1"/>
              <a:t>structures</a:t>
            </a:r>
            <a:endParaRPr lang="nl-BE" sz="4400" dirty="0"/>
          </a:p>
        </p:txBody>
      </p:sp>
    </p:spTree>
    <p:extLst>
      <p:ext uri="{BB962C8B-B14F-4D97-AF65-F5344CB8AC3E}">
        <p14:creationId xmlns:p14="http://schemas.microsoft.com/office/powerpoint/2010/main" val="17678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BF0AFCCD-CB23-8BAE-BDC0-8ED2BD9B07B2}"/>
              </a:ext>
            </a:extLst>
          </p:cNvPr>
          <p:cNvSpPr txBox="1"/>
          <p:nvPr/>
        </p:nvSpPr>
        <p:spPr>
          <a:xfrm>
            <a:off x="137160" y="164592"/>
            <a:ext cx="1178661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 dirty="0"/>
              <a:t>Complète les phrases par le bon article (le, la , les, l’, au, à la, à l’, aux, du, de la, de l’, des)</a:t>
            </a:r>
            <a:endParaRPr lang="nl-BE" dirty="0"/>
          </a:p>
          <a:p>
            <a:r>
              <a:rPr lang="fr-FR" b="1" dirty="0"/>
              <a:t> </a:t>
            </a:r>
            <a:endParaRPr lang="nl-BE" dirty="0"/>
          </a:p>
          <a:p>
            <a:pPr lvl="0"/>
            <a:r>
              <a:rPr lang="en-US" sz="3600" dirty="0"/>
              <a:t>Tu </a:t>
            </a:r>
            <a:r>
              <a:rPr lang="en-US" sz="3600" dirty="0" err="1"/>
              <a:t>aimes</a:t>
            </a:r>
            <a:r>
              <a:rPr lang="en-US" sz="3600" dirty="0"/>
              <a:t>……….….natation?</a:t>
            </a:r>
          </a:p>
          <a:p>
            <a:pPr lvl="0"/>
            <a:r>
              <a:rPr lang="en-US" sz="3600" b="1" dirty="0"/>
              <a:t>la natation</a:t>
            </a:r>
          </a:p>
          <a:p>
            <a:pPr lvl="0"/>
            <a:endParaRPr lang="nl-BE" sz="3600" b="1" dirty="0"/>
          </a:p>
          <a:p>
            <a:pPr lvl="0"/>
            <a:r>
              <a:rPr lang="en-US" sz="3600" dirty="0"/>
              <a:t>Mes parents </a:t>
            </a:r>
            <a:r>
              <a:rPr lang="en-US" sz="3600" dirty="0" err="1"/>
              <a:t>détestent</a:t>
            </a:r>
            <a:r>
              <a:rPr lang="en-US" sz="3600" dirty="0"/>
              <a:t>…………….…basket.</a:t>
            </a:r>
          </a:p>
          <a:p>
            <a:pPr lvl="0"/>
            <a:r>
              <a:rPr lang="en-US" sz="3600" b="1" dirty="0"/>
              <a:t>le basket</a:t>
            </a:r>
          </a:p>
          <a:p>
            <a:pPr lvl="0"/>
            <a:endParaRPr lang="nl-BE" sz="3600" b="1" dirty="0"/>
          </a:p>
          <a:p>
            <a:pPr lvl="0"/>
            <a:r>
              <a:rPr lang="en-US" sz="3600" dirty="0"/>
              <a:t>Je </a:t>
            </a:r>
            <a:r>
              <a:rPr lang="en-US" sz="3600" dirty="0" err="1"/>
              <a:t>fais</a:t>
            </a:r>
            <a:r>
              <a:rPr lang="en-US" sz="3600" dirty="0"/>
              <a:t>…..…………danse</a:t>
            </a:r>
          </a:p>
          <a:p>
            <a:pPr lvl="0"/>
            <a:r>
              <a:rPr lang="en-US" sz="3600" b="1" dirty="0"/>
              <a:t>de la danse</a:t>
            </a:r>
          </a:p>
          <a:p>
            <a:pPr lvl="0"/>
            <a:endParaRPr lang="nl-BE" sz="3600" b="1" dirty="0"/>
          </a:p>
          <a:p>
            <a:pPr lvl="0"/>
            <a:r>
              <a:rPr lang="en-US" sz="3600" dirty="0"/>
              <a:t>Nous </a:t>
            </a:r>
            <a:r>
              <a:rPr lang="en-US" sz="3600" dirty="0" err="1"/>
              <a:t>aimons</a:t>
            </a:r>
            <a:r>
              <a:rPr lang="en-US" sz="3600" dirty="0"/>
              <a:t> </a:t>
            </a:r>
            <a:r>
              <a:rPr lang="en-US" sz="3600" dirty="0" err="1"/>
              <a:t>jouer</a:t>
            </a:r>
            <a:r>
              <a:rPr lang="en-US" sz="3600" dirty="0"/>
              <a:t>…………..….</a:t>
            </a:r>
            <a:r>
              <a:rPr lang="en-US" sz="3600" dirty="0" err="1"/>
              <a:t>cartes</a:t>
            </a:r>
            <a:r>
              <a:rPr lang="en-US" sz="3600" dirty="0"/>
              <a:t>.</a:t>
            </a:r>
          </a:p>
          <a:p>
            <a:pPr lvl="0"/>
            <a:r>
              <a:rPr lang="en-US" sz="3600" b="1" dirty="0"/>
              <a:t>aux </a:t>
            </a:r>
            <a:r>
              <a:rPr lang="en-US" sz="3600" b="1" dirty="0" err="1"/>
              <a:t>cartes</a:t>
            </a:r>
            <a:endParaRPr lang="nl-BE" sz="3600" b="1" dirty="0"/>
          </a:p>
        </p:txBody>
      </p:sp>
    </p:spTree>
    <p:extLst>
      <p:ext uri="{BB962C8B-B14F-4D97-AF65-F5344CB8AC3E}">
        <p14:creationId xmlns:p14="http://schemas.microsoft.com/office/powerpoint/2010/main" val="7866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0AE7-E75A-0F37-0D19-3F931D20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8C33B2BA-6B87-271E-383D-2A9B99397AA7}"/>
              </a:ext>
            </a:extLst>
          </p:cNvPr>
          <p:cNvSpPr txBox="1"/>
          <p:nvPr/>
        </p:nvSpPr>
        <p:spPr>
          <a:xfrm>
            <a:off x="137160" y="164592"/>
            <a:ext cx="117866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dirty="0"/>
              <a:t>Ma famille </a:t>
            </a:r>
            <a:r>
              <a:rPr lang="en-US" sz="3600" dirty="0" err="1"/>
              <a:t>joue</a:t>
            </a:r>
            <a:r>
              <a:rPr lang="en-US" sz="3600" dirty="0"/>
              <a:t> ……………………batterie.</a:t>
            </a:r>
          </a:p>
          <a:p>
            <a:pPr lvl="0"/>
            <a:r>
              <a:rPr lang="en-US" sz="3600" b="1" dirty="0"/>
              <a:t>de </a:t>
            </a:r>
            <a:r>
              <a:rPr lang="en-US" sz="3600" b="1"/>
              <a:t>la batterie</a:t>
            </a:r>
            <a:endParaRPr lang="nl-BE" sz="3600" b="1" dirty="0"/>
          </a:p>
          <a:p>
            <a:pPr lvl="0"/>
            <a:r>
              <a:rPr lang="en-US" sz="3600" dirty="0"/>
              <a:t>Vous </a:t>
            </a:r>
            <a:r>
              <a:rPr lang="en-US" sz="3600" dirty="0" err="1"/>
              <a:t>faites</a:t>
            </a:r>
            <a:r>
              <a:rPr lang="en-US" sz="3600" dirty="0"/>
              <a:t>……………..……dessin?</a:t>
            </a:r>
          </a:p>
          <a:p>
            <a:pPr lvl="0"/>
            <a:r>
              <a:rPr lang="en-US" sz="3600" b="1" dirty="0"/>
              <a:t>du dessin</a:t>
            </a:r>
            <a:endParaRPr lang="nl-BE" sz="3600" b="1" dirty="0"/>
          </a:p>
          <a:p>
            <a:pPr lvl="0"/>
            <a:r>
              <a:rPr lang="en-US" sz="3600" dirty="0"/>
              <a:t>Julie </a:t>
            </a:r>
            <a:r>
              <a:rPr lang="en-US" sz="3600" dirty="0" err="1"/>
              <a:t>n’aime</a:t>
            </a:r>
            <a:r>
              <a:rPr lang="en-US" sz="3600" dirty="0"/>
              <a:t> pas……………....sports.</a:t>
            </a:r>
          </a:p>
          <a:p>
            <a:pPr lvl="0"/>
            <a:r>
              <a:rPr lang="en-US" sz="3600" b="1" dirty="0"/>
              <a:t>les sports</a:t>
            </a:r>
            <a:endParaRPr lang="nl-BE" sz="3600" b="1" dirty="0"/>
          </a:p>
          <a:p>
            <a:pPr lvl="0"/>
            <a:r>
              <a:rPr lang="fr-FR" sz="3600" dirty="0"/>
              <a:t>Mathias et Victor font…………..…….activités amusantes.</a:t>
            </a:r>
          </a:p>
          <a:p>
            <a:pPr lvl="0"/>
            <a:r>
              <a:rPr lang="fr-FR" sz="3600" b="1" dirty="0"/>
              <a:t>des activités amusantes</a:t>
            </a:r>
            <a:endParaRPr lang="nl-BE" sz="3600" b="1" dirty="0"/>
          </a:p>
          <a:p>
            <a:pPr lvl="0"/>
            <a:r>
              <a:rPr lang="fr-FR" sz="3600" dirty="0"/>
              <a:t>Mes amies jouent aussi……………………..jeux de société.</a:t>
            </a:r>
          </a:p>
          <a:p>
            <a:pPr lvl="0"/>
            <a:r>
              <a:rPr lang="fr-FR" sz="3600" b="1" dirty="0"/>
              <a:t>aux jeux de société</a:t>
            </a:r>
            <a:endParaRPr lang="nl-BE" sz="3600" b="1" dirty="0"/>
          </a:p>
        </p:txBody>
      </p:sp>
    </p:spTree>
    <p:extLst>
      <p:ext uri="{BB962C8B-B14F-4D97-AF65-F5344CB8AC3E}">
        <p14:creationId xmlns:p14="http://schemas.microsoft.com/office/powerpoint/2010/main" val="20694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9D7F4D2D-4891-562F-90E5-40FBA2365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6" y="300209"/>
            <a:ext cx="11674785" cy="3509791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1FAED143-FC33-42EF-49A7-F820F9E0B1F8}"/>
              </a:ext>
            </a:extLst>
          </p:cNvPr>
          <p:cNvSpPr txBox="1"/>
          <p:nvPr/>
        </p:nvSpPr>
        <p:spPr>
          <a:xfrm>
            <a:off x="841248" y="4645152"/>
            <a:ext cx="10744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dirty="0"/>
              <a:t>Elle fait </a:t>
            </a:r>
            <a:r>
              <a:rPr lang="nl-BE" sz="4000" b="1" dirty="0"/>
              <a:t>du</a:t>
            </a:r>
            <a:r>
              <a:rPr lang="nl-BE" sz="4000" dirty="0"/>
              <a:t> shopping</a:t>
            </a:r>
          </a:p>
          <a:p>
            <a:endParaRPr lang="nl-BE" sz="4000" dirty="0"/>
          </a:p>
          <a:p>
            <a:r>
              <a:rPr lang="nl-BE" sz="4000" dirty="0"/>
              <a:t>Thomas </a:t>
            </a:r>
            <a:r>
              <a:rPr lang="nl-BE" sz="4000" dirty="0" err="1"/>
              <a:t>joue</a:t>
            </a:r>
            <a:r>
              <a:rPr lang="nl-BE" sz="4000" dirty="0"/>
              <a:t> </a:t>
            </a:r>
            <a:r>
              <a:rPr lang="nl-BE" sz="4000" b="1" dirty="0"/>
              <a:t>de la </a:t>
            </a:r>
            <a:r>
              <a:rPr lang="nl-BE" sz="4000" dirty="0" err="1"/>
              <a:t>flute</a:t>
            </a:r>
            <a:endParaRPr lang="nl-BE" sz="4000" dirty="0"/>
          </a:p>
        </p:txBody>
      </p:sp>
    </p:spTree>
    <p:extLst>
      <p:ext uri="{BB962C8B-B14F-4D97-AF65-F5344CB8AC3E}">
        <p14:creationId xmlns:p14="http://schemas.microsoft.com/office/powerpoint/2010/main" val="114990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460D-241A-BEDF-6E8D-02FC946E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17FA63E0-BD65-C6AA-50BC-C0CBB56FACCD}"/>
              </a:ext>
            </a:extLst>
          </p:cNvPr>
          <p:cNvSpPr txBox="1"/>
          <p:nvPr/>
        </p:nvSpPr>
        <p:spPr>
          <a:xfrm>
            <a:off x="841248" y="4645152"/>
            <a:ext cx="10744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dirty="0" err="1"/>
              <a:t>Nous</a:t>
            </a:r>
            <a:r>
              <a:rPr lang="nl-BE" sz="4000" dirty="0"/>
              <a:t> </a:t>
            </a:r>
            <a:r>
              <a:rPr lang="nl-BE" sz="4000" dirty="0" err="1"/>
              <a:t>jouons</a:t>
            </a:r>
            <a:r>
              <a:rPr lang="nl-BE" sz="4000" dirty="0"/>
              <a:t> </a:t>
            </a:r>
            <a:r>
              <a:rPr lang="nl-BE" sz="4000" b="1" dirty="0"/>
              <a:t>à la </a:t>
            </a:r>
            <a:r>
              <a:rPr lang="nl-BE" sz="4000" dirty="0" err="1"/>
              <a:t>pétanque</a:t>
            </a:r>
            <a:endParaRPr lang="nl-BE" sz="4000" dirty="0"/>
          </a:p>
          <a:p>
            <a:endParaRPr lang="nl-BE" sz="4000" dirty="0"/>
          </a:p>
          <a:p>
            <a:r>
              <a:rPr lang="nl-BE" sz="4000" dirty="0" err="1"/>
              <a:t>Ils</a:t>
            </a:r>
            <a:r>
              <a:rPr lang="nl-BE" sz="4000" dirty="0"/>
              <a:t> font </a:t>
            </a:r>
            <a:r>
              <a:rPr lang="nl-BE" sz="4000" b="1" dirty="0"/>
              <a:t>des</a:t>
            </a:r>
            <a:r>
              <a:rPr lang="nl-BE" sz="4000" dirty="0"/>
              <a:t> promenades</a:t>
            </a:r>
          </a:p>
        </p:txBody>
      </p:sp>
      <p:pic>
        <p:nvPicPr>
          <p:cNvPr id="5" name="Afbeelding 4" descr="Afbeelding met buitenshuis, boom, plant, gras&#10;&#10;Door AI gegenereerde inhoud is mogelijk onjuist.">
            <a:extLst>
              <a:ext uri="{FF2B5EF4-FFF2-40B4-BE49-F238E27FC236}">
                <a16:creationId xmlns:a16="http://schemas.microsoft.com/office/drawing/2014/main" id="{B45E6D45-C84A-E308-33FC-13571075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30" y="136695"/>
            <a:ext cx="10615605" cy="43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1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00BD-CF92-F7AC-ED47-1AD70914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6B1EA95B-DD9C-6BC0-E102-772DEE96E2AB}"/>
              </a:ext>
            </a:extLst>
          </p:cNvPr>
          <p:cNvSpPr txBox="1"/>
          <p:nvPr/>
        </p:nvSpPr>
        <p:spPr>
          <a:xfrm>
            <a:off x="841248" y="4645152"/>
            <a:ext cx="10744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Vous</a:t>
            </a:r>
            <a:r>
              <a:rPr kumimoji="0" lang="nl-BE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nl-B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faites</a:t>
            </a:r>
            <a:r>
              <a:rPr kumimoji="0" lang="nl-BE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nl-BE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du </a:t>
            </a:r>
            <a:r>
              <a:rPr kumimoji="0" lang="nl-BE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ski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Tout</a:t>
            </a:r>
            <a:r>
              <a:rPr lang="nl-BE" sz="4000" dirty="0">
                <a:solidFill>
                  <a:srgbClr val="000000"/>
                </a:solidFill>
                <a:latin typeface="Gill Sans MT" panose="020B0502020104020203"/>
              </a:rPr>
              <a:t>e la </a:t>
            </a:r>
            <a:r>
              <a:rPr lang="nl-BE" sz="4000" dirty="0" err="1">
                <a:solidFill>
                  <a:srgbClr val="000000"/>
                </a:solidFill>
                <a:latin typeface="Gill Sans MT" panose="020B0502020104020203"/>
              </a:rPr>
              <a:t>classe</a:t>
            </a:r>
            <a:r>
              <a:rPr lang="nl-BE" sz="4000" dirty="0">
                <a:solidFill>
                  <a:srgbClr val="000000"/>
                </a:solidFill>
                <a:latin typeface="Gill Sans MT" panose="020B0502020104020203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Gill Sans MT" panose="020B0502020104020203"/>
              </a:rPr>
              <a:t>joue</a:t>
            </a:r>
            <a:r>
              <a:rPr lang="nl-BE" sz="4000" dirty="0">
                <a:solidFill>
                  <a:srgbClr val="000000"/>
                </a:solidFill>
                <a:latin typeface="Gill Sans MT" panose="020B0502020104020203"/>
              </a:rPr>
              <a:t> </a:t>
            </a:r>
            <a:r>
              <a:rPr lang="nl-BE" sz="4000" b="1" dirty="0" err="1">
                <a:solidFill>
                  <a:srgbClr val="000000"/>
                </a:solidFill>
                <a:latin typeface="Gill Sans MT" panose="020B0502020104020203"/>
              </a:rPr>
              <a:t>aux</a:t>
            </a:r>
            <a:r>
              <a:rPr lang="nl-BE" sz="4000" dirty="0">
                <a:solidFill>
                  <a:srgbClr val="000000"/>
                </a:solidFill>
                <a:latin typeface="Gill Sans MT" panose="020B0502020104020203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Gill Sans MT" panose="020B0502020104020203"/>
              </a:rPr>
              <a:t>jeux</a:t>
            </a:r>
            <a:r>
              <a:rPr lang="nl-BE" sz="4000" dirty="0">
                <a:solidFill>
                  <a:srgbClr val="000000"/>
                </a:solidFill>
                <a:latin typeface="Gill Sans MT" panose="020B0502020104020203"/>
              </a:rPr>
              <a:t> </a:t>
            </a:r>
            <a:r>
              <a:rPr lang="nl-BE" sz="4000" dirty="0" err="1">
                <a:solidFill>
                  <a:srgbClr val="000000"/>
                </a:solidFill>
                <a:latin typeface="Gill Sans MT" panose="020B0502020104020203"/>
              </a:rPr>
              <a:t>vidéos</a:t>
            </a:r>
            <a:endParaRPr kumimoji="0" lang="nl-BE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3" name="Afbeelding 2" descr="Afbeelding met schermopname, skiën, snowboarden, Multimediasoftware&#10;&#10;Door AI gegenereerde inhoud is mogelijk onjuist.">
            <a:extLst>
              <a:ext uri="{FF2B5EF4-FFF2-40B4-BE49-F238E27FC236}">
                <a16:creationId xmlns:a16="http://schemas.microsoft.com/office/drawing/2014/main" id="{389626AA-16B9-FF67-D0F6-059C1A58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37" y="273855"/>
            <a:ext cx="10872092" cy="42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1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58DEE38E-3FC5-F2C3-12EE-CA4AA8C72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44" y="121742"/>
            <a:ext cx="11527711" cy="285005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2CC2CA84-29C0-D4F1-0029-9617B2A2A2DB}"/>
              </a:ext>
            </a:extLst>
          </p:cNvPr>
          <p:cNvSpPr txBox="1"/>
          <p:nvPr/>
        </p:nvSpPr>
        <p:spPr>
          <a:xfrm>
            <a:off x="320594" y="3328416"/>
            <a:ext cx="119415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/>
              <a:t>Jouer </a:t>
            </a:r>
            <a:r>
              <a:rPr lang="nl-BE" sz="3600" b="1" dirty="0"/>
              <a:t>à</a:t>
            </a:r>
            <a:r>
              <a:rPr lang="nl-BE" sz="3600" dirty="0"/>
              <a:t> + sport/spel</a:t>
            </a:r>
          </a:p>
          <a:p>
            <a:r>
              <a:rPr lang="nl-BE" sz="3600" dirty="0"/>
              <a:t>Jouer </a:t>
            </a:r>
            <a:r>
              <a:rPr lang="nl-BE" sz="3600" b="1" dirty="0"/>
              <a:t>de</a:t>
            </a:r>
            <a:r>
              <a:rPr lang="nl-BE" sz="3600" dirty="0"/>
              <a:t> + instrument de </a:t>
            </a:r>
            <a:r>
              <a:rPr lang="nl-BE" sz="3600" dirty="0" err="1"/>
              <a:t>musique</a:t>
            </a:r>
            <a:endParaRPr lang="nl-BE" sz="3600" dirty="0"/>
          </a:p>
          <a:p>
            <a:endParaRPr lang="nl-BE" sz="3600" dirty="0"/>
          </a:p>
          <a:p>
            <a:r>
              <a:rPr lang="nl-BE" sz="3600" dirty="0"/>
              <a:t>Faire de</a:t>
            </a:r>
          </a:p>
          <a:p>
            <a:r>
              <a:rPr lang="nl-BE" sz="3600" dirty="0"/>
              <a:t>Aller à</a:t>
            </a:r>
          </a:p>
          <a:p>
            <a:r>
              <a:rPr lang="nl-BE" sz="3600" dirty="0" err="1"/>
              <a:t>Aimer</a:t>
            </a:r>
            <a:r>
              <a:rPr lang="nl-BE" sz="3600" dirty="0"/>
              <a:t>/</a:t>
            </a:r>
            <a:r>
              <a:rPr lang="nl-BE" sz="3600" dirty="0" err="1"/>
              <a:t>adorer</a:t>
            </a:r>
            <a:r>
              <a:rPr lang="nl-BE" sz="3600" dirty="0"/>
              <a:t>/</a:t>
            </a:r>
            <a:r>
              <a:rPr lang="nl-BE" sz="3600" dirty="0" err="1"/>
              <a:t>détester</a:t>
            </a:r>
            <a:r>
              <a:rPr lang="nl-BE" sz="3600" dirty="0"/>
              <a:t>/</a:t>
            </a:r>
            <a:r>
              <a:rPr lang="nl-BE" sz="3600" dirty="0" err="1"/>
              <a:t>préférer</a:t>
            </a:r>
            <a:r>
              <a:rPr lang="nl-BE" sz="3600" dirty="0"/>
              <a:t> + </a:t>
            </a:r>
            <a:r>
              <a:rPr lang="nl-BE" sz="3600" dirty="0" err="1"/>
              <a:t>le</a:t>
            </a:r>
            <a:r>
              <a:rPr lang="nl-BE" sz="3600" dirty="0"/>
              <a:t>, la, l’, les (</a:t>
            </a:r>
            <a:r>
              <a:rPr lang="nl-BE" sz="3600" dirty="0" err="1"/>
              <a:t>article</a:t>
            </a:r>
            <a:r>
              <a:rPr lang="nl-BE" sz="3600" dirty="0"/>
              <a:t> </a:t>
            </a:r>
            <a:r>
              <a:rPr lang="nl-BE" sz="3600" dirty="0" err="1"/>
              <a:t>défini</a:t>
            </a:r>
            <a:r>
              <a:rPr lang="nl-BE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970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k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TM10001115[[fn=Pakket]]</Template>
  <TotalTime>0</TotalTime>
  <Words>368</Words>
  <Application>Microsoft Office PowerPoint</Application>
  <PresentationFormat>Breedbeeld</PresentationFormat>
  <Paragraphs>80</Paragraphs>
  <Slides>23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7" baseType="lpstr">
      <vt:lpstr>Arial</vt:lpstr>
      <vt:lpstr>Calibri</vt:lpstr>
      <vt:lpstr>Gill Sans MT</vt:lpstr>
      <vt:lpstr>Pakket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Aimer + le/la/l’/les + nom</vt:lpstr>
      <vt:lpstr>PowerPoint-presentatie</vt:lpstr>
      <vt:lpstr>PowerPoint-presentatie</vt:lpstr>
      <vt:lpstr>PowerPoint-presentatie</vt:lpstr>
      <vt:lpstr>PowerPoint-presentatie</vt:lpstr>
      <vt:lpstr>L’article contracté:  Tu as compris?</vt:lpstr>
      <vt:lpstr>PowerPoint-presentatie</vt:lpstr>
      <vt:lpstr>Jouer à-de / faire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VERBES EN –IR  Le verbe irrégulier ‘COURIR’  Récapitulation des temps (l’impératif, le passe composé, l’imparfait, le futur simple et le conditionnel présent)</dc:title>
  <dc:creator>Daisy Van Santberghe</dc:creator>
  <cp:lastModifiedBy>Daisy Van Santberghe</cp:lastModifiedBy>
  <cp:revision>241</cp:revision>
  <dcterms:created xsi:type="dcterms:W3CDTF">2022-09-30T18:09:44Z</dcterms:created>
  <dcterms:modified xsi:type="dcterms:W3CDTF">2026-01-25T10:57:24Z</dcterms:modified>
</cp:coreProperties>
</file>