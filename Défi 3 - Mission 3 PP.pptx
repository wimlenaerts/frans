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32"/>
  </p:notesMasterIdLst>
  <p:sldIdLst>
    <p:sldId id="702" r:id="rId2"/>
    <p:sldId id="694" r:id="rId3"/>
    <p:sldId id="697" r:id="rId4"/>
    <p:sldId id="696" r:id="rId5"/>
    <p:sldId id="583" r:id="rId6"/>
    <p:sldId id="259" r:id="rId7"/>
    <p:sldId id="274" r:id="rId8"/>
    <p:sldId id="260" r:id="rId9"/>
    <p:sldId id="275" r:id="rId10"/>
    <p:sldId id="577" r:id="rId11"/>
    <p:sldId id="572" r:id="rId12"/>
    <p:sldId id="256" r:id="rId13"/>
    <p:sldId id="614" r:id="rId14"/>
    <p:sldId id="700" r:id="rId15"/>
    <p:sldId id="686" r:id="rId16"/>
    <p:sldId id="691" r:id="rId17"/>
    <p:sldId id="687" r:id="rId18"/>
    <p:sldId id="690" r:id="rId19"/>
    <p:sldId id="525" r:id="rId20"/>
    <p:sldId id="524" r:id="rId21"/>
    <p:sldId id="529" r:id="rId22"/>
    <p:sldId id="519" r:id="rId23"/>
    <p:sldId id="520" r:id="rId24"/>
    <p:sldId id="612" r:id="rId25"/>
    <p:sldId id="610" r:id="rId26"/>
    <p:sldId id="611" r:id="rId27"/>
    <p:sldId id="277" r:id="rId28"/>
    <p:sldId id="278" r:id="rId29"/>
    <p:sldId id="279" r:id="rId30"/>
    <p:sldId id="28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19512E-9713-45AD-89F1-56C6C99ECA7E}" v="409" dt="2026-02-03T07:38:44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sy Van Santberghe" userId="c0aef79d-9824-49d2-a3c7-5109c5fc0114" providerId="ADAL" clId="{717CBBAB-232C-4E04-9E87-9F688F2BE489}"/>
    <pc:docChg chg="undo custSel addSld delSld modSld">
      <pc:chgData name="Daisy Van Santberghe" userId="c0aef79d-9824-49d2-a3c7-5109c5fc0114" providerId="ADAL" clId="{717CBBAB-232C-4E04-9E87-9F688F2BE489}" dt="2026-02-03T07:42:29.895" v="46" actId="47"/>
      <pc:docMkLst>
        <pc:docMk/>
      </pc:docMkLst>
      <pc:sldChg chg="del">
        <pc:chgData name="Daisy Van Santberghe" userId="c0aef79d-9824-49d2-a3c7-5109c5fc0114" providerId="ADAL" clId="{717CBBAB-232C-4E04-9E87-9F688F2BE489}" dt="2026-02-03T07:40:30.316" v="0" actId="47"/>
        <pc:sldMkLst>
          <pc:docMk/>
          <pc:sldMk cId="498582434" sldId="388"/>
        </pc:sldMkLst>
      </pc:sldChg>
      <pc:sldChg chg="del">
        <pc:chgData name="Daisy Van Santberghe" userId="c0aef79d-9824-49d2-a3c7-5109c5fc0114" providerId="ADAL" clId="{717CBBAB-232C-4E04-9E87-9F688F2BE489}" dt="2026-02-03T07:40:30.316" v="0" actId="47"/>
        <pc:sldMkLst>
          <pc:docMk/>
          <pc:sldMk cId="259025611" sldId="443"/>
        </pc:sldMkLst>
      </pc:sldChg>
      <pc:sldChg chg="del">
        <pc:chgData name="Daisy Van Santberghe" userId="c0aef79d-9824-49d2-a3c7-5109c5fc0114" providerId="ADAL" clId="{717CBBAB-232C-4E04-9E87-9F688F2BE489}" dt="2026-02-03T07:40:30.316" v="0" actId="47"/>
        <pc:sldMkLst>
          <pc:docMk/>
          <pc:sldMk cId="2192926489" sldId="518"/>
        </pc:sldMkLst>
      </pc:sldChg>
      <pc:sldChg chg="del">
        <pc:chgData name="Daisy Van Santberghe" userId="c0aef79d-9824-49d2-a3c7-5109c5fc0114" providerId="ADAL" clId="{717CBBAB-232C-4E04-9E87-9F688F2BE489}" dt="2026-02-03T07:40:30.316" v="0" actId="47"/>
        <pc:sldMkLst>
          <pc:docMk/>
          <pc:sldMk cId="3977851065" sldId="551"/>
        </pc:sldMkLst>
      </pc:sldChg>
      <pc:sldChg chg="del">
        <pc:chgData name="Daisy Van Santberghe" userId="c0aef79d-9824-49d2-a3c7-5109c5fc0114" providerId="ADAL" clId="{717CBBAB-232C-4E04-9E87-9F688F2BE489}" dt="2026-02-03T07:40:30.316" v="0" actId="47"/>
        <pc:sldMkLst>
          <pc:docMk/>
          <pc:sldMk cId="3409788997" sldId="559"/>
        </pc:sldMkLst>
      </pc:sldChg>
      <pc:sldChg chg="del">
        <pc:chgData name="Daisy Van Santberghe" userId="c0aef79d-9824-49d2-a3c7-5109c5fc0114" providerId="ADAL" clId="{717CBBAB-232C-4E04-9E87-9F688F2BE489}" dt="2026-02-03T07:41:43.174" v="36" actId="47"/>
        <pc:sldMkLst>
          <pc:docMk/>
          <pc:sldMk cId="4290372050" sldId="604"/>
        </pc:sldMkLst>
      </pc:sldChg>
      <pc:sldChg chg="del">
        <pc:chgData name="Daisy Van Santberghe" userId="c0aef79d-9824-49d2-a3c7-5109c5fc0114" providerId="ADAL" clId="{717CBBAB-232C-4E04-9E87-9F688F2BE489}" dt="2026-02-03T07:41:47.401" v="37" actId="47"/>
        <pc:sldMkLst>
          <pc:docMk/>
          <pc:sldMk cId="15188910" sldId="606"/>
        </pc:sldMkLst>
      </pc:sldChg>
      <pc:sldChg chg="del">
        <pc:chgData name="Daisy Van Santberghe" userId="c0aef79d-9824-49d2-a3c7-5109c5fc0114" providerId="ADAL" clId="{717CBBAB-232C-4E04-9E87-9F688F2BE489}" dt="2026-02-03T07:42:29.027" v="45" actId="47"/>
        <pc:sldMkLst>
          <pc:docMk/>
          <pc:sldMk cId="253916229" sldId="607"/>
        </pc:sldMkLst>
      </pc:sldChg>
      <pc:sldChg chg="addSp delSp modSp mod modNotesTx">
        <pc:chgData name="Daisy Van Santberghe" userId="c0aef79d-9824-49d2-a3c7-5109c5fc0114" providerId="ADAL" clId="{717CBBAB-232C-4E04-9E87-9F688F2BE489}" dt="2026-02-03T07:42:23.172" v="44" actId="1076"/>
        <pc:sldMkLst>
          <pc:docMk/>
          <pc:sldMk cId="1255709149" sldId="612"/>
        </pc:sldMkLst>
        <pc:spChg chg="del">
          <ac:chgData name="Daisy Van Santberghe" userId="c0aef79d-9824-49d2-a3c7-5109c5fc0114" providerId="ADAL" clId="{717CBBAB-232C-4E04-9E87-9F688F2BE489}" dt="2026-02-03T07:42:15.801" v="39" actId="478"/>
          <ac:spMkLst>
            <pc:docMk/>
            <pc:sldMk cId="1255709149" sldId="612"/>
            <ac:spMk id="2" creationId="{4D02DFE1-4169-C5DC-4AB7-EA0697388D28}"/>
          </ac:spMkLst>
        </pc:spChg>
        <pc:spChg chg="add del mod">
          <ac:chgData name="Daisy Van Santberghe" userId="c0aef79d-9824-49d2-a3c7-5109c5fc0114" providerId="ADAL" clId="{717CBBAB-232C-4E04-9E87-9F688F2BE489}" dt="2026-02-03T07:42:20.546" v="42" actId="478"/>
          <ac:spMkLst>
            <pc:docMk/>
            <pc:sldMk cId="1255709149" sldId="612"/>
            <ac:spMk id="5" creationId="{0E6919D7-2279-B58B-BE0C-E6F674FF41B5}"/>
          </ac:spMkLst>
        </pc:spChg>
        <pc:picChg chg="add del mod">
          <ac:chgData name="Daisy Van Santberghe" userId="c0aef79d-9824-49d2-a3c7-5109c5fc0114" providerId="ADAL" clId="{717CBBAB-232C-4E04-9E87-9F688F2BE489}" dt="2026-02-03T07:42:23.172" v="44" actId="1076"/>
          <ac:picMkLst>
            <pc:docMk/>
            <pc:sldMk cId="1255709149" sldId="612"/>
            <ac:picMk id="4" creationId="{B299DC58-D8D5-C5D1-6D8B-684025966965}"/>
          </ac:picMkLst>
        </pc:picChg>
      </pc:sldChg>
      <pc:sldChg chg="del">
        <pc:chgData name="Daisy Van Santberghe" userId="c0aef79d-9824-49d2-a3c7-5109c5fc0114" providerId="ADAL" clId="{717CBBAB-232C-4E04-9E87-9F688F2BE489}" dt="2026-02-03T07:42:29.895" v="46" actId="47"/>
        <pc:sldMkLst>
          <pc:docMk/>
          <pc:sldMk cId="4133967363" sldId="613"/>
        </pc:sldMkLst>
      </pc:sldChg>
      <pc:sldChg chg="del">
        <pc:chgData name="Daisy Van Santberghe" userId="c0aef79d-9824-49d2-a3c7-5109c5fc0114" providerId="ADAL" clId="{717CBBAB-232C-4E04-9E87-9F688F2BE489}" dt="2026-02-03T07:40:30.316" v="0" actId="47"/>
        <pc:sldMkLst>
          <pc:docMk/>
          <pc:sldMk cId="511704610" sldId="693"/>
        </pc:sldMkLst>
      </pc:sldChg>
      <pc:sldChg chg="del">
        <pc:chgData name="Daisy Van Santberghe" userId="c0aef79d-9824-49d2-a3c7-5109c5fc0114" providerId="ADAL" clId="{717CBBAB-232C-4E04-9E87-9F688F2BE489}" dt="2026-02-03T07:41:12.174" v="35" actId="47"/>
        <pc:sldMkLst>
          <pc:docMk/>
          <pc:sldMk cId="1930717530" sldId="695"/>
        </pc:sldMkLst>
      </pc:sldChg>
      <pc:sldChg chg="del">
        <pc:chgData name="Daisy Van Santberghe" userId="c0aef79d-9824-49d2-a3c7-5109c5fc0114" providerId="ADAL" clId="{717CBBAB-232C-4E04-9E87-9F688F2BE489}" dt="2026-02-03T07:41:08.326" v="34" actId="47"/>
        <pc:sldMkLst>
          <pc:docMk/>
          <pc:sldMk cId="3810637701" sldId="698"/>
        </pc:sldMkLst>
      </pc:sldChg>
      <pc:sldChg chg="del">
        <pc:chgData name="Daisy Van Santberghe" userId="c0aef79d-9824-49d2-a3c7-5109c5fc0114" providerId="ADAL" clId="{717CBBAB-232C-4E04-9E87-9F688F2BE489}" dt="2026-02-03T07:41:12.174" v="35" actId="47"/>
        <pc:sldMkLst>
          <pc:docMk/>
          <pc:sldMk cId="119044725" sldId="699"/>
        </pc:sldMkLst>
      </pc:sldChg>
      <pc:sldChg chg="del">
        <pc:chgData name="Daisy Van Santberghe" userId="c0aef79d-9824-49d2-a3c7-5109c5fc0114" providerId="ADAL" clId="{717CBBAB-232C-4E04-9E87-9F688F2BE489}" dt="2026-02-03T07:41:12.174" v="35" actId="47"/>
        <pc:sldMkLst>
          <pc:docMk/>
          <pc:sldMk cId="281366691" sldId="701"/>
        </pc:sldMkLst>
      </pc:sldChg>
      <pc:sldChg chg="delSp modSp new mod">
        <pc:chgData name="Daisy Van Santberghe" userId="c0aef79d-9824-49d2-a3c7-5109c5fc0114" providerId="ADAL" clId="{717CBBAB-232C-4E04-9E87-9F688F2BE489}" dt="2026-02-03T07:40:55.069" v="33" actId="20577"/>
        <pc:sldMkLst>
          <pc:docMk/>
          <pc:sldMk cId="1964481695" sldId="702"/>
        </pc:sldMkLst>
        <pc:spChg chg="mod">
          <ac:chgData name="Daisy Van Santberghe" userId="c0aef79d-9824-49d2-a3c7-5109c5fc0114" providerId="ADAL" clId="{717CBBAB-232C-4E04-9E87-9F688F2BE489}" dt="2026-02-03T07:40:55.069" v="33" actId="20577"/>
          <ac:spMkLst>
            <pc:docMk/>
            <pc:sldMk cId="1964481695" sldId="702"/>
            <ac:spMk id="2" creationId="{35FEACB5-6604-5AD6-CC2E-7C4BDC7DEFAB}"/>
          </ac:spMkLst>
        </pc:spChg>
        <pc:spChg chg="del">
          <ac:chgData name="Daisy Van Santberghe" userId="c0aef79d-9824-49d2-a3c7-5109c5fc0114" providerId="ADAL" clId="{717CBBAB-232C-4E04-9E87-9F688F2BE489}" dt="2026-02-03T07:40:50.089" v="31" actId="478"/>
          <ac:spMkLst>
            <pc:docMk/>
            <pc:sldMk cId="1964481695" sldId="702"/>
            <ac:spMk id="3" creationId="{FE54BAA4-13E4-5BC2-0E3A-0D77F2D3C0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537D2-46CD-4DFC-9AFA-986AC386E0C5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fr-FR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B7D72-9DB8-414A-A496-430ABDBB633D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567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faire de la planche à roulettes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039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Page 155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941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1634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Dans </a:t>
            </a:r>
            <a:r>
              <a:rPr lang="nl-BE" dirty="0" err="1"/>
              <a:t>le</a:t>
            </a:r>
            <a:r>
              <a:rPr lang="nl-BE" dirty="0"/>
              <a:t> vocabulaire de Mission 2, </a:t>
            </a:r>
            <a:r>
              <a:rPr lang="nl-BE" dirty="0" err="1"/>
              <a:t>il</a:t>
            </a:r>
            <a:r>
              <a:rPr lang="nl-BE" dirty="0"/>
              <a:t> </a:t>
            </a:r>
            <a:r>
              <a:rPr lang="nl-BE" dirty="0" err="1"/>
              <a:t>s’agit</a:t>
            </a:r>
            <a:r>
              <a:rPr lang="nl-BE" dirty="0"/>
              <a:t> par </a:t>
            </a:r>
            <a:r>
              <a:rPr lang="nl-BE" dirty="0" err="1"/>
              <a:t>exemple</a:t>
            </a:r>
            <a:r>
              <a:rPr lang="nl-BE" dirty="0"/>
              <a:t> des saisons, des </a:t>
            </a:r>
            <a:r>
              <a:rPr lang="nl-BE" dirty="0" err="1"/>
              <a:t>mois</a:t>
            </a:r>
            <a:r>
              <a:rPr lang="nl-BE" dirty="0"/>
              <a:t> etc.</a:t>
            </a:r>
          </a:p>
          <a:p>
            <a:r>
              <a:rPr lang="nl-BE" dirty="0" err="1"/>
              <a:t>Donne-moi</a:t>
            </a:r>
            <a:r>
              <a:rPr lang="nl-BE" dirty="0"/>
              <a:t> les </a:t>
            </a:r>
            <a:r>
              <a:rPr lang="nl-BE" dirty="0" err="1"/>
              <a:t>mois</a:t>
            </a:r>
            <a:r>
              <a:rPr lang="nl-BE" dirty="0"/>
              <a:t> </a:t>
            </a:r>
            <a:r>
              <a:rPr lang="nl-BE" dirty="0" err="1"/>
              <a:t>d’hiver</a:t>
            </a:r>
            <a:r>
              <a:rPr lang="nl-BE" dirty="0"/>
              <a:t>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561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préférée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B7D72-9DB8-414A-A496-430ABDBB633D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394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s0C22kIqu44?start=298&amp;feature=oembed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FEACB5-6604-5AD6-CC2E-7C4BDC7D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Écrire</a:t>
            </a:r>
            <a:r>
              <a:rPr lang="nl-BE" dirty="0"/>
              <a:t> </a:t>
            </a:r>
            <a:r>
              <a:rPr lang="nl-BE" dirty="0" err="1"/>
              <a:t>une</a:t>
            </a:r>
            <a:r>
              <a:rPr lang="nl-BE" dirty="0"/>
              <a:t> </a:t>
            </a:r>
            <a:r>
              <a:rPr lang="nl-BE" dirty="0" err="1"/>
              <a:t>bonne</a:t>
            </a:r>
            <a:r>
              <a:rPr lang="nl-BE" dirty="0"/>
              <a:t> </a:t>
            </a:r>
            <a:r>
              <a:rPr lang="nl-BE" dirty="0" err="1"/>
              <a:t>phrase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964481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0283FDAB-3A87-39C8-E7A6-679AED7BBB23}"/>
              </a:ext>
            </a:extLst>
          </p:cNvPr>
          <p:cNvSpPr txBox="1"/>
          <p:nvPr/>
        </p:nvSpPr>
        <p:spPr>
          <a:xfrm>
            <a:off x="164592" y="310896"/>
            <a:ext cx="11594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Ma copine joue du piano dans sa chambre après l’école</a:t>
            </a:r>
            <a:r>
              <a:rPr lang="fr-FR" dirty="0"/>
              <a:t>.</a:t>
            </a:r>
          </a:p>
          <a:p>
            <a:endParaRPr lang="fr-FR" dirty="0"/>
          </a:p>
          <a:p>
            <a:endParaRPr lang="nl-BE" dirty="0"/>
          </a:p>
        </p:txBody>
      </p:sp>
      <p:pic>
        <p:nvPicPr>
          <p:cNvPr id="4" name="Afbeelding 3" descr="Afbeelding met tekst, schermopname, Lettertype, algebra&#10;&#10;Door AI gegenereerde inhoud is mogelijk onjuist.">
            <a:extLst>
              <a:ext uri="{FF2B5EF4-FFF2-40B4-BE49-F238E27FC236}">
                <a16:creationId xmlns:a16="http://schemas.microsoft.com/office/drawing/2014/main" id="{7FB33F6A-02AB-0E71-C4BF-698BB5FD4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320862"/>
            <a:ext cx="9369773" cy="3066081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545AA69B-6994-E5EE-BA3D-8FE4F114E991}"/>
              </a:ext>
            </a:extLst>
          </p:cNvPr>
          <p:cNvSpPr txBox="1"/>
          <p:nvPr/>
        </p:nvSpPr>
        <p:spPr>
          <a:xfrm>
            <a:off x="315686" y="4887686"/>
            <a:ext cx="111143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err="1"/>
              <a:t>Tijd</a:t>
            </a:r>
            <a:r>
              <a:rPr lang="fr-FR" sz="3200" b="1" dirty="0"/>
              <a:t> kan </a:t>
            </a:r>
            <a:r>
              <a:rPr lang="fr-FR" sz="3200" b="1" dirty="0" err="1"/>
              <a:t>ook</a:t>
            </a:r>
            <a:r>
              <a:rPr lang="fr-FR" sz="3200" b="1" dirty="0"/>
              <a:t> </a:t>
            </a:r>
            <a:r>
              <a:rPr lang="fr-FR" sz="3200" b="1" dirty="0" err="1"/>
              <a:t>vooraan</a:t>
            </a:r>
            <a:r>
              <a:rPr lang="fr-FR" sz="3200" b="1" dirty="0"/>
              <a:t>, </a:t>
            </a:r>
            <a:r>
              <a:rPr lang="fr-FR" sz="3200" b="1" dirty="0" err="1"/>
              <a:t>voor</a:t>
            </a:r>
            <a:r>
              <a:rPr lang="fr-FR" sz="3200" b="1" dirty="0"/>
              <a:t> de </a:t>
            </a:r>
            <a:r>
              <a:rPr lang="fr-FR" sz="3200" b="1" dirty="0" err="1"/>
              <a:t>nadruk</a:t>
            </a:r>
            <a:r>
              <a:rPr lang="fr-FR" sz="3200" b="1" dirty="0"/>
              <a:t>!</a:t>
            </a:r>
          </a:p>
          <a:p>
            <a:r>
              <a:rPr lang="fr-FR" sz="3200" dirty="0">
                <a:highlight>
                  <a:srgbClr val="FFFF00"/>
                </a:highlight>
              </a:rPr>
              <a:t>Après l’école</a:t>
            </a:r>
            <a:r>
              <a:rPr lang="fr-FR" sz="3200" dirty="0"/>
              <a:t>, ma copine joue du piano dans sa chambre</a:t>
            </a:r>
            <a:r>
              <a:rPr lang="fr-FR" dirty="0"/>
              <a:t>.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362094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Afbeelding met tekst, schermopname, Lettertype, algebra&#10;&#10;Door AI gegenereerde inhoud is mogelijk onjuist.">
            <a:extLst>
              <a:ext uri="{FF2B5EF4-FFF2-40B4-BE49-F238E27FC236}">
                <a16:creationId xmlns:a16="http://schemas.microsoft.com/office/drawing/2014/main" id="{7D7A2739-EBFC-625D-1118-61B1C2AE2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20" y="432626"/>
            <a:ext cx="11817422" cy="51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1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37981C8A-350F-B999-7CFC-5383DE92E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9" y="207794"/>
            <a:ext cx="11067155" cy="622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74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34F27F-49C7-191F-16A6-12B74E08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Retour en </a:t>
            </a:r>
            <a:r>
              <a:rPr lang="nl-BE" dirty="0" err="1"/>
              <a:t>arrière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0317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E74619A3-4F3E-1129-79C3-620AC03E35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4501"/>
          <a:stretch/>
        </p:blipFill>
        <p:spPr>
          <a:xfrm>
            <a:off x="672546" y="323120"/>
            <a:ext cx="10247661" cy="2120278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63DEBB2F-8C3F-1ED4-DA67-E1E05B56E5C4}"/>
              </a:ext>
            </a:extLst>
          </p:cNvPr>
          <p:cNvSpPr txBox="1"/>
          <p:nvPr/>
        </p:nvSpPr>
        <p:spPr>
          <a:xfrm>
            <a:off x="1064302" y="3043003"/>
            <a:ext cx="1024766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dirty="0"/>
              <a:t>1. </a:t>
            </a:r>
            <a:r>
              <a:rPr lang="nl-BE" sz="4400" dirty="0" err="1"/>
              <a:t>Jouer</a:t>
            </a:r>
            <a:r>
              <a:rPr lang="nl-BE" sz="4400" dirty="0"/>
              <a:t> du piano</a:t>
            </a:r>
          </a:p>
          <a:p>
            <a:r>
              <a:rPr lang="nl-BE" sz="4400" dirty="0"/>
              <a:t>2. </a:t>
            </a:r>
            <a:r>
              <a:rPr lang="nl-BE" sz="4400" dirty="0" err="1"/>
              <a:t>Écouter</a:t>
            </a:r>
            <a:r>
              <a:rPr lang="nl-BE" sz="4400" dirty="0"/>
              <a:t> de la </a:t>
            </a:r>
            <a:r>
              <a:rPr lang="nl-BE" sz="4400" dirty="0" err="1"/>
              <a:t>musique</a:t>
            </a:r>
            <a:endParaRPr lang="nl-BE" sz="4400" dirty="0"/>
          </a:p>
          <a:p>
            <a:r>
              <a:rPr lang="nl-BE" sz="4400" dirty="0"/>
              <a:t>3. </a:t>
            </a:r>
            <a:r>
              <a:rPr lang="nl-BE" sz="4400" dirty="0" err="1"/>
              <a:t>Jouer</a:t>
            </a:r>
            <a:r>
              <a:rPr lang="nl-BE" sz="4400" dirty="0"/>
              <a:t> de la </a:t>
            </a:r>
            <a:r>
              <a:rPr lang="nl-BE" sz="4400" dirty="0" err="1"/>
              <a:t>guitare</a:t>
            </a:r>
            <a:endParaRPr lang="nl-BE" sz="4400" dirty="0"/>
          </a:p>
          <a:p>
            <a:r>
              <a:rPr lang="nl-BE" sz="4400" dirty="0"/>
              <a:t>4. Faire du </a:t>
            </a:r>
            <a:r>
              <a:rPr lang="nl-BE" sz="4400" dirty="0" err="1"/>
              <a:t>cheval</a:t>
            </a:r>
            <a:endParaRPr lang="nl-BE" sz="4400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74722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E74619A3-4F3E-1129-79C3-620AC03E35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507" b="32124"/>
          <a:stretch/>
        </p:blipFill>
        <p:spPr>
          <a:xfrm>
            <a:off x="837437" y="464695"/>
            <a:ext cx="10247661" cy="1813810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F6ADC894-DFE2-F00F-45B7-7A46893AA102}"/>
              </a:ext>
            </a:extLst>
          </p:cNvPr>
          <p:cNvSpPr txBox="1"/>
          <p:nvPr/>
        </p:nvSpPr>
        <p:spPr>
          <a:xfrm>
            <a:off x="1064302" y="3043003"/>
            <a:ext cx="10247661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dirty="0"/>
              <a:t>5. </a:t>
            </a:r>
            <a:r>
              <a:rPr lang="nl-BE" sz="4400" dirty="0" err="1"/>
              <a:t>Jouer</a:t>
            </a:r>
            <a:r>
              <a:rPr lang="nl-BE" sz="4400" dirty="0"/>
              <a:t> </a:t>
            </a:r>
            <a:r>
              <a:rPr lang="nl-BE" sz="4400" dirty="0" err="1"/>
              <a:t>aux</a:t>
            </a:r>
            <a:r>
              <a:rPr lang="nl-BE" sz="4400" dirty="0"/>
              <a:t> </a:t>
            </a:r>
            <a:r>
              <a:rPr lang="nl-BE" sz="4400" dirty="0" err="1"/>
              <a:t>jeux</a:t>
            </a:r>
            <a:r>
              <a:rPr lang="nl-BE" sz="4400" dirty="0"/>
              <a:t> </a:t>
            </a:r>
            <a:r>
              <a:rPr lang="nl-BE" sz="4400" dirty="0" err="1"/>
              <a:t>vidéos</a:t>
            </a:r>
            <a:endParaRPr lang="nl-BE" sz="4400" dirty="0"/>
          </a:p>
          <a:p>
            <a:r>
              <a:rPr lang="nl-BE" sz="4400" dirty="0"/>
              <a:t>6. Faire du </a:t>
            </a:r>
            <a:r>
              <a:rPr lang="nl-BE" sz="4400" dirty="0" err="1"/>
              <a:t>skate-board</a:t>
            </a:r>
            <a:endParaRPr lang="nl-BE" sz="4400" dirty="0"/>
          </a:p>
          <a:p>
            <a:r>
              <a:rPr lang="nl-BE" sz="4400" dirty="0"/>
              <a:t>7. </a:t>
            </a:r>
            <a:r>
              <a:rPr lang="nl-BE" sz="4400" dirty="0" err="1"/>
              <a:t>Chatter</a:t>
            </a:r>
            <a:r>
              <a:rPr lang="nl-BE" sz="4400" dirty="0"/>
              <a:t> / aller </a:t>
            </a:r>
            <a:r>
              <a:rPr lang="nl-BE" sz="4400" dirty="0" err="1"/>
              <a:t>sur</a:t>
            </a:r>
            <a:r>
              <a:rPr lang="nl-BE" sz="4400" dirty="0"/>
              <a:t> </a:t>
            </a:r>
            <a:r>
              <a:rPr lang="nl-BE" sz="4400" dirty="0" err="1"/>
              <a:t>mon</a:t>
            </a:r>
            <a:r>
              <a:rPr lang="nl-BE" sz="4400" dirty="0"/>
              <a:t> </a:t>
            </a:r>
            <a:r>
              <a:rPr lang="nl-BE" sz="4400" dirty="0" err="1"/>
              <a:t>ordinateur</a:t>
            </a:r>
            <a:endParaRPr lang="nl-BE" sz="4400" dirty="0"/>
          </a:p>
          <a:p>
            <a:r>
              <a:rPr lang="nl-BE" sz="4400" dirty="0"/>
              <a:t>8. </a:t>
            </a:r>
            <a:r>
              <a:rPr lang="nl-BE" sz="4400" dirty="0" err="1"/>
              <a:t>Dessiner</a:t>
            </a:r>
            <a:endParaRPr lang="nl-BE" sz="4400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855470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EC568AB4-174A-646E-4185-F85DEACB0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463" y="0"/>
            <a:ext cx="8762573" cy="3496927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95BDD334-E126-2674-0A9B-9FA17F21A03A}"/>
              </a:ext>
            </a:extLst>
          </p:cNvPr>
          <p:cNvSpPr txBox="1"/>
          <p:nvPr/>
        </p:nvSpPr>
        <p:spPr>
          <a:xfrm>
            <a:off x="972169" y="3780234"/>
            <a:ext cx="1024766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dirty="0"/>
              <a:t>13. </a:t>
            </a:r>
            <a:r>
              <a:rPr lang="nl-BE" sz="3200" dirty="0" err="1"/>
              <a:t>Regarder</a:t>
            </a:r>
            <a:r>
              <a:rPr lang="nl-BE" sz="3200" dirty="0"/>
              <a:t> la </a:t>
            </a:r>
            <a:r>
              <a:rPr lang="nl-BE" sz="3200" dirty="0" err="1"/>
              <a:t>télé</a:t>
            </a:r>
            <a:r>
              <a:rPr lang="nl-BE" sz="3200" dirty="0"/>
              <a:t> (</a:t>
            </a:r>
            <a:r>
              <a:rPr lang="nl-BE" sz="3200" dirty="0" err="1"/>
              <a:t>télévision</a:t>
            </a:r>
            <a:r>
              <a:rPr lang="nl-BE" sz="3200" dirty="0"/>
              <a:t>)</a:t>
            </a:r>
          </a:p>
          <a:p>
            <a:r>
              <a:rPr lang="nl-BE" sz="3200" dirty="0"/>
              <a:t>14. Lire</a:t>
            </a:r>
          </a:p>
          <a:p>
            <a:r>
              <a:rPr lang="nl-BE" sz="3200" dirty="0"/>
              <a:t>15. Le Scout / </a:t>
            </a:r>
            <a:r>
              <a:rPr lang="nl-BE" sz="3200" dirty="0" err="1"/>
              <a:t>le</a:t>
            </a:r>
            <a:r>
              <a:rPr lang="nl-BE" sz="3200" dirty="0"/>
              <a:t> </a:t>
            </a:r>
            <a:r>
              <a:rPr lang="nl-BE" sz="3200" dirty="0" err="1"/>
              <a:t>Patro</a:t>
            </a:r>
            <a:r>
              <a:rPr lang="nl-BE" sz="3200" dirty="0"/>
              <a:t> (Chiro) (</a:t>
            </a:r>
            <a:r>
              <a:rPr lang="nl-BE" sz="3200" dirty="0" err="1"/>
              <a:t>le</a:t>
            </a:r>
            <a:r>
              <a:rPr lang="nl-BE" sz="3200" dirty="0"/>
              <a:t> mouvement de </a:t>
            </a:r>
            <a:r>
              <a:rPr lang="nl-BE" sz="3200" dirty="0" err="1"/>
              <a:t>jeunesse</a:t>
            </a:r>
            <a:r>
              <a:rPr lang="nl-BE" sz="3200" dirty="0"/>
              <a:t>)</a:t>
            </a:r>
          </a:p>
          <a:p>
            <a:r>
              <a:rPr lang="nl-BE" sz="3200" dirty="0"/>
              <a:t>16. Danser</a:t>
            </a:r>
          </a:p>
          <a:p>
            <a:r>
              <a:rPr lang="nl-BE" sz="3200" dirty="0"/>
              <a:t>17. Faire du roller (skeeleren)</a:t>
            </a:r>
          </a:p>
          <a:p>
            <a:r>
              <a:rPr lang="nl-BE" sz="3200" dirty="0"/>
              <a:t>18. Faire du vélo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15985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E74619A3-4F3E-1129-79C3-620AC03E35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61" t="67624"/>
          <a:stretch>
            <a:fillRect/>
          </a:stretch>
        </p:blipFill>
        <p:spPr>
          <a:xfrm>
            <a:off x="2011680" y="485532"/>
            <a:ext cx="7197850" cy="1933730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8A2C4BC1-E8DE-DF2C-DCCD-5ED2250BA2F5}"/>
              </a:ext>
            </a:extLst>
          </p:cNvPr>
          <p:cNvSpPr txBox="1"/>
          <p:nvPr/>
        </p:nvSpPr>
        <p:spPr>
          <a:xfrm>
            <a:off x="1064302" y="3043003"/>
            <a:ext cx="1024766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dirty="0"/>
              <a:t>10. Faire du ski</a:t>
            </a:r>
          </a:p>
          <a:p>
            <a:r>
              <a:rPr lang="nl-BE" sz="4400" dirty="0"/>
              <a:t>11. </a:t>
            </a:r>
            <a:r>
              <a:rPr lang="nl-BE" sz="4400" dirty="0" err="1"/>
              <a:t>Nager</a:t>
            </a:r>
            <a:r>
              <a:rPr lang="nl-BE" sz="4400" dirty="0"/>
              <a:t> (la </a:t>
            </a:r>
            <a:r>
              <a:rPr lang="nl-BE" sz="4400" dirty="0" err="1"/>
              <a:t>natation</a:t>
            </a:r>
            <a:r>
              <a:rPr lang="nl-BE" sz="4400" dirty="0"/>
              <a:t>)</a:t>
            </a:r>
          </a:p>
          <a:p>
            <a:r>
              <a:rPr lang="nl-BE" sz="4400" dirty="0"/>
              <a:t>12. </a:t>
            </a:r>
            <a:r>
              <a:rPr lang="nl-BE" sz="4400" dirty="0" err="1"/>
              <a:t>Jouer</a:t>
            </a:r>
            <a:r>
              <a:rPr lang="nl-BE" sz="4400" dirty="0"/>
              <a:t> </a:t>
            </a:r>
            <a:r>
              <a:rPr lang="nl-BE" sz="4400" dirty="0" err="1"/>
              <a:t>aux</a:t>
            </a:r>
            <a:r>
              <a:rPr lang="nl-BE" sz="4400" dirty="0"/>
              <a:t> </a:t>
            </a:r>
            <a:r>
              <a:rPr lang="nl-BE" sz="4400" dirty="0" err="1"/>
              <a:t>jeux</a:t>
            </a:r>
            <a:r>
              <a:rPr lang="nl-BE" sz="4400" dirty="0"/>
              <a:t> de </a:t>
            </a:r>
            <a:r>
              <a:rPr lang="nl-BE" sz="4400" dirty="0" err="1"/>
              <a:t>société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781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DB347785-ABCB-1CDA-3DFB-A6BA902DE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77" y="285488"/>
            <a:ext cx="9330452" cy="636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80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77979927-523E-1D71-42CB-CBDADF525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88" y="294691"/>
            <a:ext cx="11767965" cy="3472637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1373B6D8-BD78-F777-AE70-349E9726D568}"/>
              </a:ext>
            </a:extLst>
          </p:cNvPr>
          <p:cNvSpPr txBox="1"/>
          <p:nvPr/>
        </p:nvSpPr>
        <p:spPr>
          <a:xfrm>
            <a:off x="2121408" y="4526280"/>
            <a:ext cx="7470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5400" dirty="0" err="1"/>
              <a:t>Structures</a:t>
            </a:r>
            <a:r>
              <a:rPr lang="nl-BE" sz="5400" dirty="0"/>
              <a:t> page 195</a:t>
            </a:r>
          </a:p>
        </p:txBody>
      </p:sp>
    </p:spTree>
    <p:extLst>
      <p:ext uri="{BB962C8B-B14F-4D97-AF65-F5344CB8AC3E}">
        <p14:creationId xmlns:p14="http://schemas.microsoft.com/office/powerpoint/2010/main" val="1301807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35AC34-0171-DAA5-A385-7D0FED8E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Mission 3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0809B90-4C6C-9F20-775F-07F3774B8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BE" sz="4800" dirty="0"/>
              <a:t>Page 169 - 184</a:t>
            </a:r>
          </a:p>
        </p:txBody>
      </p:sp>
    </p:spTree>
    <p:extLst>
      <p:ext uri="{BB962C8B-B14F-4D97-AF65-F5344CB8AC3E}">
        <p14:creationId xmlns:p14="http://schemas.microsoft.com/office/powerpoint/2010/main" val="2582567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43056AE7-7801-B3CC-1078-594AA09B1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248" y="237744"/>
            <a:ext cx="10698885" cy="404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30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118A1D50-ED0A-2EB1-2792-C4C6D491F92C}"/>
              </a:ext>
            </a:extLst>
          </p:cNvPr>
          <p:cNvSpPr txBox="1"/>
          <p:nvPr/>
        </p:nvSpPr>
        <p:spPr>
          <a:xfrm>
            <a:off x="246888" y="274320"/>
            <a:ext cx="1157630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000" dirty="0"/>
              <a:t>Ex. 8 page 173</a:t>
            </a:r>
          </a:p>
          <a:p>
            <a:endParaRPr lang="nl-BE" sz="4000" dirty="0"/>
          </a:p>
          <a:p>
            <a:r>
              <a:rPr lang="nl-BE" sz="4000" dirty="0"/>
              <a:t>Je </a:t>
            </a:r>
            <a:r>
              <a:rPr lang="nl-BE" sz="4000" dirty="0" err="1"/>
              <a:t>vais</a:t>
            </a:r>
            <a:r>
              <a:rPr lang="nl-BE" sz="4000" dirty="0"/>
              <a:t> </a:t>
            </a:r>
            <a:r>
              <a:rPr lang="nl-BE" sz="4000" dirty="0" err="1"/>
              <a:t>sur</a:t>
            </a:r>
            <a:r>
              <a:rPr lang="nl-BE" sz="4000" dirty="0"/>
              <a:t> </a:t>
            </a:r>
            <a:r>
              <a:rPr lang="nl-BE" sz="4000" dirty="0" err="1"/>
              <a:t>mon</a:t>
            </a:r>
            <a:r>
              <a:rPr lang="nl-BE" sz="4000" dirty="0"/>
              <a:t> smartphone pour </a:t>
            </a:r>
            <a:r>
              <a:rPr lang="nl-BE" sz="4000" dirty="0" err="1"/>
              <a:t>discuter</a:t>
            </a:r>
            <a:r>
              <a:rPr lang="nl-BE" sz="4000" dirty="0"/>
              <a:t> </a:t>
            </a:r>
            <a:r>
              <a:rPr lang="nl-BE" sz="4000" dirty="0" err="1"/>
              <a:t>avec</a:t>
            </a:r>
            <a:r>
              <a:rPr lang="nl-BE" sz="4000" dirty="0"/>
              <a:t> mes </a:t>
            </a:r>
            <a:r>
              <a:rPr lang="nl-BE" sz="4000" dirty="0" err="1"/>
              <a:t>amis</a:t>
            </a:r>
            <a:r>
              <a:rPr lang="nl-BE" sz="4000" dirty="0"/>
              <a:t>, lire </a:t>
            </a:r>
            <a:r>
              <a:rPr lang="nl-BE" sz="4000" dirty="0" err="1"/>
              <a:t>le</a:t>
            </a:r>
            <a:r>
              <a:rPr lang="nl-BE" sz="4000" dirty="0"/>
              <a:t> </a:t>
            </a:r>
            <a:r>
              <a:rPr lang="nl-BE" sz="4000" dirty="0" err="1"/>
              <a:t>journal</a:t>
            </a:r>
            <a:r>
              <a:rPr lang="nl-BE" sz="4000" dirty="0"/>
              <a:t>, pour </a:t>
            </a:r>
            <a:r>
              <a:rPr lang="nl-BE" sz="4000" dirty="0" err="1"/>
              <a:t>suivre</a:t>
            </a:r>
            <a:r>
              <a:rPr lang="nl-BE" sz="4000" dirty="0"/>
              <a:t> mes </a:t>
            </a:r>
            <a:r>
              <a:rPr lang="nl-BE" sz="4000" dirty="0" err="1"/>
              <a:t>amis</a:t>
            </a:r>
            <a:r>
              <a:rPr lang="nl-BE" sz="4000" dirty="0"/>
              <a:t> </a:t>
            </a:r>
            <a:r>
              <a:rPr lang="nl-BE" sz="4000" dirty="0" err="1"/>
              <a:t>sur</a:t>
            </a:r>
            <a:r>
              <a:rPr lang="nl-BE" sz="4000" dirty="0"/>
              <a:t> Facebook.</a:t>
            </a:r>
          </a:p>
          <a:p>
            <a:r>
              <a:rPr lang="nl-BE" sz="4000" dirty="0" err="1"/>
              <a:t>J’utilise</a:t>
            </a:r>
            <a:r>
              <a:rPr lang="nl-BE" sz="4000" dirty="0"/>
              <a:t> </a:t>
            </a:r>
            <a:r>
              <a:rPr lang="nl-BE" sz="4000" dirty="0" err="1"/>
              <a:t>mon</a:t>
            </a:r>
            <a:r>
              <a:rPr lang="nl-BE" sz="4000" dirty="0"/>
              <a:t> </a:t>
            </a:r>
            <a:r>
              <a:rPr lang="nl-BE" sz="4000" dirty="0" err="1"/>
              <a:t>ordinateur</a:t>
            </a:r>
            <a:r>
              <a:rPr lang="nl-BE" sz="4000" dirty="0"/>
              <a:t> </a:t>
            </a:r>
            <a:r>
              <a:rPr lang="nl-BE" sz="4000" dirty="0" err="1"/>
              <a:t>personnel</a:t>
            </a:r>
            <a:r>
              <a:rPr lang="nl-BE" sz="4000" dirty="0"/>
              <a:t> pour les </a:t>
            </a:r>
            <a:r>
              <a:rPr lang="nl-BE" sz="4000" dirty="0" err="1"/>
              <a:t>autres</a:t>
            </a:r>
            <a:r>
              <a:rPr lang="nl-BE" sz="4000" dirty="0"/>
              <a:t> </a:t>
            </a:r>
            <a:r>
              <a:rPr lang="nl-BE" sz="4000" dirty="0" err="1"/>
              <a:t>choses</a:t>
            </a:r>
            <a:r>
              <a:rPr lang="nl-BE" sz="4000" dirty="0"/>
              <a:t>.</a:t>
            </a:r>
          </a:p>
          <a:p>
            <a:r>
              <a:rPr lang="nl-BE" sz="4000" dirty="0"/>
              <a:t>Je </a:t>
            </a:r>
            <a:r>
              <a:rPr lang="nl-BE" sz="4000" dirty="0" err="1"/>
              <a:t>regarde</a:t>
            </a:r>
            <a:r>
              <a:rPr lang="nl-BE" sz="4000" dirty="0"/>
              <a:t> des films </a:t>
            </a:r>
            <a:r>
              <a:rPr lang="nl-BE" sz="4000" dirty="0" err="1"/>
              <a:t>sur</a:t>
            </a:r>
            <a:r>
              <a:rPr lang="nl-BE" sz="4000" dirty="0"/>
              <a:t> la </a:t>
            </a:r>
            <a:r>
              <a:rPr lang="nl-BE" sz="4000" dirty="0" err="1"/>
              <a:t>télévision</a:t>
            </a:r>
            <a:r>
              <a:rPr lang="nl-BE" sz="4000" dirty="0"/>
              <a:t>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9858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8EE7A2B6-6E58-7DFE-CE85-604DAA57F925}"/>
              </a:ext>
            </a:extLst>
          </p:cNvPr>
          <p:cNvSpPr txBox="1"/>
          <p:nvPr/>
        </p:nvSpPr>
        <p:spPr>
          <a:xfrm>
            <a:off x="118872" y="329184"/>
            <a:ext cx="1172260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3200" b="1" dirty="0"/>
              <a:t>Quels mots cherchons-nous? Mettez les lettres dans le bon ordre. </a:t>
            </a:r>
            <a:endParaRPr lang="nl-BE" sz="3200" dirty="0"/>
          </a:p>
          <a:p>
            <a:r>
              <a:rPr lang="fr-FR" sz="3200" i="1" dirty="0"/>
              <a:t>( La première lettre se trouve déjà à la bonne place).</a:t>
            </a:r>
          </a:p>
          <a:p>
            <a:endParaRPr lang="nl-BE" sz="3200" dirty="0"/>
          </a:p>
          <a:p>
            <a:pPr lvl="0"/>
            <a:r>
              <a:rPr lang="fr-FR" sz="2800" dirty="0"/>
              <a:t>L’…………………….(é t r c i r e u ), c’est ma vie. J’écrit chaque jour.</a:t>
            </a:r>
          </a:p>
          <a:p>
            <a:pPr lvl="0"/>
            <a:r>
              <a:rPr lang="fr-FR" sz="2800" dirty="0"/>
              <a:t>l’écriture</a:t>
            </a:r>
          </a:p>
          <a:p>
            <a:pPr lvl="0"/>
            <a:endParaRPr lang="nl-BE" sz="2800" dirty="0"/>
          </a:p>
          <a:p>
            <a:pPr lvl="0"/>
            <a:r>
              <a:rPr lang="fr-FR" sz="2800" dirty="0"/>
              <a:t>J’adore ………………………….( é t u o c r e) de la musique.</a:t>
            </a:r>
          </a:p>
          <a:p>
            <a:pPr lvl="0"/>
            <a:r>
              <a:rPr lang="fr-FR" sz="2800" dirty="0"/>
              <a:t>écouter</a:t>
            </a:r>
          </a:p>
          <a:p>
            <a:pPr lvl="0"/>
            <a:endParaRPr lang="nl-BE" sz="2800" dirty="0"/>
          </a:p>
          <a:p>
            <a:pPr lvl="0"/>
            <a:r>
              <a:rPr lang="fr-FR" sz="2800" dirty="0"/>
              <a:t>Je n’aime pas lire. J’adore être dans la nature et……………………( b g r e u o)</a:t>
            </a:r>
          </a:p>
          <a:p>
            <a:pPr lvl="0"/>
            <a:r>
              <a:rPr lang="nl-BE" sz="2800" dirty="0" err="1"/>
              <a:t>bouger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14780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A809F-15B9-B90A-F902-E1D602E9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5C4EB4C0-2ED4-871B-84E5-C7232A5CCEDD}"/>
              </a:ext>
            </a:extLst>
          </p:cNvPr>
          <p:cNvSpPr txBox="1"/>
          <p:nvPr/>
        </p:nvSpPr>
        <p:spPr>
          <a:xfrm>
            <a:off x="118872" y="329184"/>
            <a:ext cx="11722608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3200" b="1" dirty="0"/>
              <a:t>Quels mots cherchons-nous? Mettez les lettres dans le bon ordre. </a:t>
            </a:r>
            <a:endParaRPr lang="nl-BE" sz="3200" dirty="0"/>
          </a:p>
          <a:p>
            <a:r>
              <a:rPr lang="fr-FR" sz="3200" i="1" dirty="0"/>
              <a:t>( La première lettre se trouve déjà à la bonne place).</a:t>
            </a:r>
          </a:p>
          <a:p>
            <a:endParaRPr lang="nl-BE" sz="3200" dirty="0"/>
          </a:p>
          <a:p>
            <a:pPr lvl="0"/>
            <a:endParaRPr lang="nl-BE" sz="2800" dirty="0"/>
          </a:p>
          <a:p>
            <a:pPr lvl="0"/>
            <a:r>
              <a:rPr lang="fr-FR" sz="2800" dirty="0"/>
              <a:t>Les ……………………..( a x a u n m i) sont ma vie, surtout les chiens.</a:t>
            </a:r>
          </a:p>
          <a:p>
            <a:pPr lvl="0"/>
            <a:r>
              <a:rPr lang="nl-BE" sz="2800" dirty="0"/>
              <a:t>les </a:t>
            </a:r>
            <a:r>
              <a:rPr lang="nl-BE" sz="2800" dirty="0" err="1"/>
              <a:t>animaux</a:t>
            </a:r>
            <a:endParaRPr lang="nl-BE" sz="2800" dirty="0"/>
          </a:p>
          <a:p>
            <a:pPr lvl="0"/>
            <a:endParaRPr lang="nl-BE" sz="2800" dirty="0"/>
          </a:p>
          <a:p>
            <a:pPr lvl="0"/>
            <a:r>
              <a:rPr lang="fr-FR" sz="2800" dirty="0"/>
              <a:t>Je ne suis pas souple donc la………………………………….( g t s q e u n m y a i) n’est pas mon truc)</a:t>
            </a:r>
          </a:p>
          <a:p>
            <a:pPr lvl="0"/>
            <a:endParaRPr lang="fr-FR" sz="2800" dirty="0"/>
          </a:p>
          <a:p>
            <a:pPr lvl="0"/>
            <a:r>
              <a:rPr lang="fr-FR" sz="2800" dirty="0"/>
              <a:t>La gymnastique</a:t>
            </a:r>
            <a:endParaRPr lang="nl-BE" sz="2800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2660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0C40FBB4-E506-1EB2-8CF4-69FEF8760A8F}"/>
              </a:ext>
            </a:extLst>
          </p:cNvPr>
          <p:cNvSpPr txBox="1"/>
          <p:nvPr/>
        </p:nvSpPr>
        <p:spPr>
          <a:xfrm>
            <a:off x="155448" y="228600"/>
            <a:ext cx="11740896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BE" b="1" dirty="0"/>
              <a:t>Complète les phrases avec </a:t>
            </a:r>
            <a:r>
              <a:rPr lang="nl-BE" b="1" u="sng" dirty="0" err="1"/>
              <a:t>un</a:t>
            </a:r>
            <a:r>
              <a:rPr lang="nl-BE" b="1" u="sng" dirty="0"/>
              <a:t> </a:t>
            </a:r>
            <a:r>
              <a:rPr lang="nl-BE" b="1" u="sng" dirty="0" err="1"/>
              <a:t>article</a:t>
            </a:r>
            <a:r>
              <a:rPr lang="nl-BE" b="1" u="sng" dirty="0"/>
              <a:t> </a:t>
            </a:r>
            <a:r>
              <a:rPr lang="nl-BE" b="1" u="sng" dirty="0" err="1"/>
              <a:t>contracté</a:t>
            </a:r>
            <a:endParaRPr lang="nl-BE" b="1" u="sng" dirty="0"/>
          </a:p>
          <a:p>
            <a:pPr lvl="0"/>
            <a:endParaRPr lang="nl-BE" dirty="0"/>
          </a:p>
          <a:p>
            <a:r>
              <a:rPr lang="fr-BE" sz="4400" dirty="0"/>
              <a:t> </a:t>
            </a:r>
            <a:r>
              <a:rPr lang="nl-BE" sz="4400" dirty="0"/>
              <a:t>Wij telefoneren </a:t>
            </a:r>
            <a:r>
              <a:rPr lang="nl-BE" sz="4400" b="1" dirty="0"/>
              <a:t>naar de</a:t>
            </a:r>
            <a:r>
              <a:rPr lang="nl-BE" sz="4400" dirty="0"/>
              <a:t> bakker.</a:t>
            </a:r>
          </a:p>
          <a:p>
            <a:r>
              <a:rPr lang="fr-BE" sz="4400" dirty="0"/>
              <a:t>Nous téléphonons </a:t>
            </a:r>
            <a:r>
              <a:rPr lang="fr-BE" sz="4400" dirty="0">
                <a:solidFill>
                  <a:srgbClr val="FF0000"/>
                </a:solidFill>
              </a:rPr>
              <a:t>au </a:t>
            </a:r>
            <a:r>
              <a:rPr lang="fr-BE" sz="4400" dirty="0"/>
              <a:t>boulanger.</a:t>
            </a:r>
          </a:p>
          <a:p>
            <a:endParaRPr lang="nl-BE" sz="4400" dirty="0"/>
          </a:p>
          <a:p>
            <a:r>
              <a:rPr lang="nl-BE" sz="4400" dirty="0"/>
              <a:t>Het is de auto </a:t>
            </a:r>
            <a:r>
              <a:rPr lang="nl-BE" sz="4400" b="1" dirty="0"/>
              <a:t>van de</a:t>
            </a:r>
            <a:r>
              <a:rPr lang="nl-BE" sz="4400" dirty="0"/>
              <a:t> buren.</a:t>
            </a:r>
          </a:p>
          <a:p>
            <a:r>
              <a:rPr lang="fr-BE" sz="4400" dirty="0"/>
              <a:t>C'est la voiture </a:t>
            </a:r>
            <a:r>
              <a:rPr lang="fr-BE" sz="4400" dirty="0">
                <a:solidFill>
                  <a:srgbClr val="FF0000"/>
                </a:solidFill>
              </a:rPr>
              <a:t>des</a:t>
            </a:r>
            <a:r>
              <a:rPr lang="fr-BE" sz="4400" dirty="0"/>
              <a:t> voisins.</a:t>
            </a:r>
          </a:p>
          <a:p>
            <a:endParaRPr lang="nl-BE" sz="4400" dirty="0"/>
          </a:p>
          <a:p>
            <a:r>
              <a:rPr lang="nl-BE" sz="4400" dirty="0"/>
              <a:t>Vraag jij een balpen </a:t>
            </a:r>
            <a:r>
              <a:rPr lang="nl-BE" sz="4400" b="1" dirty="0"/>
              <a:t>aan de</a:t>
            </a:r>
            <a:r>
              <a:rPr lang="nl-BE" sz="4400" dirty="0"/>
              <a:t> leerkracht?</a:t>
            </a:r>
          </a:p>
          <a:p>
            <a:r>
              <a:rPr lang="fr-BE" sz="4400" dirty="0"/>
              <a:t>Tu demandes un stylo </a:t>
            </a:r>
            <a:r>
              <a:rPr lang="fr-BE" sz="4400" dirty="0">
                <a:solidFill>
                  <a:srgbClr val="FF0000"/>
                </a:solidFill>
              </a:rPr>
              <a:t>au </a:t>
            </a:r>
            <a:r>
              <a:rPr lang="fr-BE" sz="4400" dirty="0"/>
              <a:t>professeur ?</a:t>
            </a:r>
          </a:p>
          <a:p>
            <a:r>
              <a:rPr lang="fr-BE" dirty="0"/>
              <a:t> </a:t>
            </a: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2A521F0A-5195-0E82-154F-542553543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124" y="228600"/>
            <a:ext cx="2789023" cy="886968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0FA22D39-7068-06A0-F58C-9D9DDD0E4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107" y="1492343"/>
            <a:ext cx="2758040" cy="115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4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FDF72992-5935-B842-9D07-FA253788F18E}"/>
              </a:ext>
            </a:extLst>
          </p:cNvPr>
          <p:cNvSpPr txBox="1"/>
          <p:nvPr/>
        </p:nvSpPr>
        <p:spPr>
          <a:xfrm>
            <a:off x="274320" y="329184"/>
            <a:ext cx="1155801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600" dirty="0"/>
              <a:t>Ik ga naar de garage. </a:t>
            </a:r>
          </a:p>
          <a:p>
            <a:r>
              <a:rPr lang="nl-NL" sz="3600" dirty="0"/>
              <a:t>Je </a:t>
            </a:r>
            <a:r>
              <a:rPr lang="nl-NL" sz="3600" dirty="0" err="1"/>
              <a:t>vais</a:t>
            </a:r>
            <a:r>
              <a:rPr lang="nl-NL" sz="3600" dirty="0"/>
              <a:t> </a:t>
            </a:r>
            <a:r>
              <a:rPr lang="nl-NL" sz="3600" b="1" dirty="0"/>
              <a:t>au</a:t>
            </a:r>
            <a:r>
              <a:rPr lang="nl-NL" sz="3600" dirty="0"/>
              <a:t> garage.</a:t>
            </a:r>
          </a:p>
          <a:p>
            <a:endParaRPr lang="nl-NL" sz="3600" dirty="0"/>
          </a:p>
          <a:p>
            <a:r>
              <a:rPr lang="nl-NL" sz="3600" dirty="0"/>
              <a:t>Ik ga naar huis.</a:t>
            </a:r>
          </a:p>
          <a:p>
            <a:r>
              <a:rPr lang="nl-NL" sz="3600" dirty="0"/>
              <a:t>Je </a:t>
            </a:r>
            <a:r>
              <a:rPr lang="nl-NL" sz="3600" dirty="0" err="1"/>
              <a:t>vais</a:t>
            </a:r>
            <a:r>
              <a:rPr lang="nl-NL" sz="3600" dirty="0"/>
              <a:t> </a:t>
            </a:r>
            <a:r>
              <a:rPr lang="nl-NL" sz="3600" b="1" dirty="0"/>
              <a:t>à la </a:t>
            </a:r>
            <a:r>
              <a:rPr lang="nl-NL" sz="3600" dirty="0"/>
              <a:t>maison.</a:t>
            </a:r>
          </a:p>
          <a:p>
            <a:endParaRPr lang="nl-NL" sz="3600" dirty="0"/>
          </a:p>
          <a:p>
            <a:r>
              <a:rPr lang="nl-NL" sz="3600" dirty="0"/>
              <a:t>Ik ga naar school.</a:t>
            </a:r>
          </a:p>
          <a:p>
            <a:r>
              <a:rPr lang="nl-NL" sz="3600" dirty="0"/>
              <a:t>Je </a:t>
            </a:r>
            <a:r>
              <a:rPr lang="nl-NL" sz="3600" dirty="0" err="1"/>
              <a:t>vais</a:t>
            </a:r>
            <a:r>
              <a:rPr lang="nl-NL" sz="3600" dirty="0"/>
              <a:t> </a:t>
            </a:r>
            <a:r>
              <a:rPr lang="nl-NL" sz="3600" b="1" dirty="0"/>
              <a:t>à </a:t>
            </a:r>
            <a:r>
              <a:rPr lang="nl-NL" sz="3600" b="1" dirty="0" err="1"/>
              <a:t>l’</a:t>
            </a:r>
            <a:r>
              <a:rPr lang="nl-NL" sz="3600" dirty="0" err="1"/>
              <a:t>école</a:t>
            </a:r>
            <a:r>
              <a:rPr lang="nl-NL" sz="3600" dirty="0"/>
              <a:t>.</a:t>
            </a:r>
          </a:p>
          <a:p>
            <a:endParaRPr lang="nl-NL" sz="3600" dirty="0"/>
          </a:p>
          <a:p>
            <a:r>
              <a:rPr lang="nl-NL" sz="3600" dirty="0"/>
              <a:t>Ik ga naar de winkels.</a:t>
            </a:r>
          </a:p>
          <a:p>
            <a:r>
              <a:rPr lang="nl-NL" sz="3600" dirty="0"/>
              <a:t>Je </a:t>
            </a:r>
            <a:r>
              <a:rPr lang="nl-NL" sz="3600" dirty="0" err="1"/>
              <a:t>vais</a:t>
            </a:r>
            <a:r>
              <a:rPr lang="nl-NL" sz="3600" dirty="0"/>
              <a:t> </a:t>
            </a:r>
            <a:r>
              <a:rPr lang="nl-NL" sz="3600" b="1" dirty="0" err="1"/>
              <a:t>aux</a:t>
            </a:r>
            <a:r>
              <a:rPr lang="nl-NL" sz="3600" dirty="0"/>
              <a:t> </a:t>
            </a:r>
            <a:r>
              <a:rPr lang="nl-NL" sz="3600" dirty="0" err="1"/>
              <a:t>magasins</a:t>
            </a:r>
            <a:r>
              <a:rPr lang="nl-NL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912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1D81A22E-845F-C2C6-41D2-D3F9F2D46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19" y="903673"/>
            <a:ext cx="10965720" cy="5826911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FE5FEC6C-0C7B-68D2-34FF-954FC22D0CA5}"/>
              </a:ext>
            </a:extLst>
          </p:cNvPr>
          <p:cNvSpPr txBox="1">
            <a:spLocks/>
          </p:cNvSpPr>
          <p:nvPr/>
        </p:nvSpPr>
        <p:spPr>
          <a:xfrm>
            <a:off x="2231136" y="260154"/>
            <a:ext cx="7729728" cy="118872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 dirty="0"/>
              <a:t>page 223</a:t>
            </a:r>
          </a:p>
        </p:txBody>
      </p:sp>
    </p:spTree>
    <p:extLst>
      <p:ext uri="{BB962C8B-B14F-4D97-AF65-F5344CB8AC3E}">
        <p14:creationId xmlns:p14="http://schemas.microsoft.com/office/powerpoint/2010/main" val="2130551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B6788865-A7F8-90E3-43C3-D78AF7C5BA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3293"/>
          <a:stretch/>
        </p:blipFill>
        <p:spPr>
          <a:xfrm>
            <a:off x="3986199" y="214662"/>
            <a:ext cx="7773485" cy="2813351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CB4B3C79-96A2-401A-BCCD-09D9169AC0A0}"/>
              </a:ext>
            </a:extLst>
          </p:cNvPr>
          <p:cNvSpPr txBox="1"/>
          <p:nvPr/>
        </p:nvSpPr>
        <p:spPr>
          <a:xfrm>
            <a:off x="377252" y="3162925"/>
            <a:ext cx="1143749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dirty="0"/>
              <a:t>En bus, </a:t>
            </a:r>
            <a:r>
              <a:rPr lang="nl-BE" sz="4400" dirty="0" err="1"/>
              <a:t>j’utilise</a:t>
            </a:r>
            <a:r>
              <a:rPr lang="nl-BE" sz="4400" dirty="0"/>
              <a:t> </a:t>
            </a:r>
            <a:r>
              <a:rPr lang="nl-BE" sz="4400" dirty="0" err="1"/>
              <a:t>mon</a:t>
            </a:r>
            <a:r>
              <a:rPr lang="nl-BE" sz="4400" dirty="0"/>
              <a:t> smartphone pour </a:t>
            </a:r>
            <a:r>
              <a:rPr lang="nl-BE" sz="4400" dirty="0" err="1"/>
              <a:t>chatter</a:t>
            </a:r>
            <a:r>
              <a:rPr lang="nl-BE" sz="4400" dirty="0"/>
              <a:t>.</a:t>
            </a:r>
          </a:p>
          <a:p>
            <a:r>
              <a:rPr lang="nl-BE" sz="4400" dirty="0"/>
              <a:t>Le </a:t>
            </a:r>
            <a:r>
              <a:rPr lang="nl-BE" sz="4400" dirty="0" err="1"/>
              <a:t>soir</a:t>
            </a:r>
            <a:r>
              <a:rPr lang="nl-BE" sz="4400" dirty="0"/>
              <a:t>, </a:t>
            </a:r>
            <a:r>
              <a:rPr lang="nl-BE" sz="4400" dirty="0" err="1"/>
              <a:t>j’utilise</a:t>
            </a:r>
            <a:r>
              <a:rPr lang="nl-BE" sz="4400" dirty="0"/>
              <a:t> </a:t>
            </a:r>
            <a:r>
              <a:rPr lang="nl-BE" sz="4400" dirty="0" err="1"/>
              <a:t>mon</a:t>
            </a:r>
            <a:r>
              <a:rPr lang="nl-BE" sz="4400" dirty="0"/>
              <a:t> </a:t>
            </a:r>
            <a:r>
              <a:rPr lang="nl-BE" sz="4400" dirty="0" err="1"/>
              <a:t>ordinateur</a:t>
            </a:r>
            <a:r>
              <a:rPr lang="nl-BE" sz="4400" dirty="0"/>
              <a:t> pour </a:t>
            </a:r>
            <a:r>
              <a:rPr lang="nl-BE" sz="4400" dirty="0" err="1"/>
              <a:t>regarder</a:t>
            </a:r>
            <a:r>
              <a:rPr lang="nl-BE" sz="4400" dirty="0"/>
              <a:t> des films.</a:t>
            </a:r>
          </a:p>
          <a:p>
            <a:r>
              <a:rPr lang="nl-BE" sz="4400" dirty="0"/>
              <a:t>En </a:t>
            </a:r>
            <a:r>
              <a:rPr lang="nl-BE" sz="4400" dirty="0" err="1"/>
              <a:t>avion</a:t>
            </a:r>
            <a:r>
              <a:rPr lang="nl-BE" sz="4400" dirty="0"/>
              <a:t>, </a:t>
            </a:r>
            <a:r>
              <a:rPr lang="nl-BE" sz="4400" dirty="0" err="1"/>
              <a:t>j’utilise</a:t>
            </a:r>
            <a:r>
              <a:rPr lang="nl-BE" sz="4400" dirty="0"/>
              <a:t> ma </a:t>
            </a:r>
            <a:r>
              <a:rPr lang="nl-BE" sz="4400" dirty="0" err="1"/>
              <a:t>tablette</a:t>
            </a:r>
            <a:r>
              <a:rPr lang="nl-BE" sz="4400" dirty="0"/>
              <a:t> pour lire des </a:t>
            </a:r>
            <a:r>
              <a:rPr lang="nl-BE" sz="4400" dirty="0" err="1"/>
              <a:t>articles</a:t>
            </a:r>
            <a:r>
              <a:rPr lang="nl-BE" sz="4400" dirty="0"/>
              <a:t>.</a:t>
            </a:r>
          </a:p>
          <a:p>
            <a:endParaRPr lang="nl-BE" sz="4400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9629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7F8149EC-6685-9E53-D625-022BC2DFB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26" y="1401285"/>
            <a:ext cx="11440945" cy="4624760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65798FF9-CF09-4BE1-29A9-1EA33F18AA9E}"/>
              </a:ext>
            </a:extLst>
          </p:cNvPr>
          <p:cNvSpPr txBox="1"/>
          <p:nvPr/>
        </p:nvSpPr>
        <p:spPr>
          <a:xfrm>
            <a:off x="2893102" y="434715"/>
            <a:ext cx="6655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800" dirty="0"/>
              <a:t>Page 233</a:t>
            </a:r>
          </a:p>
        </p:txBody>
      </p:sp>
    </p:spTree>
    <p:extLst>
      <p:ext uri="{BB962C8B-B14F-4D97-AF65-F5344CB8AC3E}">
        <p14:creationId xmlns:p14="http://schemas.microsoft.com/office/powerpoint/2010/main" val="645439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32691F1D-7EED-8887-8590-89F793762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868" y="119706"/>
            <a:ext cx="8344706" cy="616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44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82E41A09-443E-5545-8390-6A3C555BB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26" y="300305"/>
            <a:ext cx="10576347" cy="3128695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DC8C0B53-F374-BFE6-33D1-3717ED98925B}"/>
              </a:ext>
            </a:extLst>
          </p:cNvPr>
          <p:cNvSpPr txBox="1"/>
          <p:nvPr/>
        </p:nvSpPr>
        <p:spPr>
          <a:xfrm>
            <a:off x="807826" y="3987384"/>
            <a:ext cx="107046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dirty="0">
                <a:solidFill>
                  <a:srgbClr val="0070C0"/>
                </a:solidFill>
              </a:rPr>
              <a:t>Wie: </a:t>
            </a:r>
            <a:r>
              <a:rPr lang="nl-BE" sz="4400" b="1" dirty="0" err="1"/>
              <a:t>qui</a:t>
            </a:r>
            <a:endParaRPr lang="nl-BE" sz="4400" b="1" dirty="0"/>
          </a:p>
          <a:p>
            <a:endParaRPr lang="nl-BE" sz="4400" dirty="0"/>
          </a:p>
          <a:p>
            <a:r>
              <a:rPr lang="nl-BE" sz="4400" b="1" dirty="0" err="1"/>
              <a:t>Qui</a:t>
            </a:r>
            <a:r>
              <a:rPr lang="nl-BE" sz="4400" dirty="0"/>
              <a:t> </a:t>
            </a:r>
            <a:r>
              <a:rPr lang="nl-BE" sz="4400" dirty="0" err="1"/>
              <a:t>est-ce</a:t>
            </a:r>
            <a:r>
              <a:rPr lang="nl-BE" sz="4400" dirty="0"/>
              <a:t> que tu </a:t>
            </a:r>
            <a:r>
              <a:rPr lang="nl-BE" sz="4400" dirty="0" err="1"/>
              <a:t>aimes</a:t>
            </a:r>
            <a:r>
              <a:rPr lang="nl-BE" sz="4400" dirty="0"/>
              <a:t>?    Tu </a:t>
            </a:r>
            <a:r>
              <a:rPr lang="nl-BE" sz="4400" dirty="0" err="1"/>
              <a:t>aimes</a:t>
            </a:r>
            <a:r>
              <a:rPr lang="nl-BE" sz="4400" dirty="0"/>
              <a:t> </a:t>
            </a:r>
            <a:r>
              <a:rPr lang="nl-BE" sz="4400" b="1" dirty="0" err="1"/>
              <a:t>qui</a:t>
            </a:r>
            <a:r>
              <a:rPr lang="nl-BE" sz="4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08805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B299DC58-D8D5-C5D1-6D8B-684025966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158" y="612648"/>
            <a:ext cx="7838206" cy="534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709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8807705-1AB0-7D2D-74E1-A7ACD9634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1298613"/>
            <a:ext cx="10831437" cy="543000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B650104F-860C-F72D-2ABF-A4390D054E07}"/>
              </a:ext>
            </a:extLst>
          </p:cNvPr>
          <p:cNvSpPr txBox="1"/>
          <p:nvPr/>
        </p:nvSpPr>
        <p:spPr>
          <a:xfrm>
            <a:off x="680281" y="284758"/>
            <a:ext cx="99534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400" b="1" dirty="0"/>
              <a:t>VRAAGWOORDEN</a:t>
            </a:r>
          </a:p>
        </p:txBody>
      </p:sp>
    </p:spTree>
    <p:extLst>
      <p:ext uri="{BB962C8B-B14F-4D97-AF65-F5344CB8AC3E}">
        <p14:creationId xmlns:p14="http://schemas.microsoft.com/office/powerpoint/2010/main" val="2698513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media 1" title="La question avec mot interrogatif">
            <a:hlinkClick r:id="" action="ppaction://media"/>
            <a:extLst>
              <a:ext uri="{FF2B5EF4-FFF2-40B4-BE49-F238E27FC236}">
                <a16:creationId xmlns:a16="http://schemas.microsoft.com/office/drawing/2014/main" id="{C7123715-55CC-7528-A31F-8C98A9F1DBA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8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6FA1CF-996F-2925-68C8-AE666055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5145"/>
            <a:ext cx="7729728" cy="1193891"/>
          </a:xfrm>
        </p:spPr>
        <p:txBody>
          <a:bodyPr>
            <a:normAutofit/>
          </a:bodyPr>
          <a:lstStyle/>
          <a:p>
            <a:r>
              <a:rPr lang="nl-BE" dirty="0"/>
              <a:t>Répétition</a:t>
            </a:r>
            <a:br>
              <a:rPr lang="nl-BE" dirty="0"/>
            </a:br>
            <a:r>
              <a:rPr lang="nl-BE" dirty="0"/>
              <a:t>Les saisons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EDCB652E-5635-A203-156C-8BAC69C22AF1}"/>
              </a:ext>
            </a:extLst>
          </p:cNvPr>
          <p:cNvSpPr txBox="1"/>
          <p:nvPr/>
        </p:nvSpPr>
        <p:spPr>
          <a:xfrm>
            <a:off x="347173" y="1937138"/>
            <a:ext cx="1143749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dirty="0"/>
              <a:t>De winter</a:t>
            </a:r>
          </a:p>
          <a:p>
            <a:r>
              <a:rPr lang="nl-BE" sz="3200" dirty="0" err="1"/>
              <a:t>L’hiver</a:t>
            </a:r>
            <a:r>
              <a:rPr lang="nl-BE" sz="3200" dirty="0"/>
              <a:t> - </a:t>
            </a:r>
            <a:r>
              <a:rPr lang="nl-BE" sz="3200" dirty="0">
                <a:solidFill>
                  <a:srgbClr val="00B050"/>
                </a:solidFill>
              </a:rPr>
              <a:t>en</a:t>
            </a:r>
            <a:r>
              <a:rPr lang="nl-BE" sz="3200" dirty="0"/>
              <a:t> </a:t>
            </a:r>
            <a:r>
              <a:rPr lang="nl-BE" sz="3200" dirty="0" err="1"/>
              <a:t>hiver</a:t>
            </a:r>
            <a:endParaRPr lang="nl-BE" sz="3200" dirty="0"/>
          </a:p>
          <a:p>
            <a:r>
              <a:rPr lang="nl-BE" sz="3200" dirty="0"/>
              <a:t>En </a:t>
            </a:r>
            <a:r>
              <a:rPr lang="nl-BE" sz="3200" dirty="0" err="1"/>
              <a:t>hiver</a:t>
            </a:r>
            <a:r>
              <a:rPr lang="nl-BE" sz="3200" dirty="0"/>
              <a:t>, je </a:t>
            </a:r>
            <a:r>
              <a:rPr lang="nl-BE" sz="3200" dirty="0" err="1"/>
              <a:t>prends</a:t>
            </a:r>
            <a:r>
              <a:rPr lang="nl-BE" sz="3200" dirty="0"/>
              <a:t> </a:t>
            </a:r>
            <a:r>
              <a:rPr lang="nl-BE" sz="3200" dirty="0" err="1"/>
              <a:t>le</a:t>
            </a:r>
            <a:r>
              <a:rPr lang="nl-BE" sz="3200" dirty="0"/>
              <a:t> bus pour aller à </a:t>
            </a:r>
            <a:r>
              <a:rPr lang="nl-BE" sz="3200" dirty="0" err="1"/>
              <a:t>l’école</a:t>
            </a:r>
            <a:endParaRPr lang="nl-BE" sz="3200" dirty="0"/>
          </a:p>
          <a:p>
            <a:endParaRPr lang="nl-BE" sz="3200" dirty="0"/>
          </a:p>
          <a:p>
            <a:endParaRPr lang="nl-BE" sz="3200" dirty="0"/>
          </a:p>
          <a:p>
            <a:endParaRPr lang="nl-BE" sz="3200" dirty="0"/>
          </a:p>
          <a:p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533DA5D-8FF4-78E8-A1D7-083DBC3801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5702"/>
          <a:stretch/>
        </p:blipFill>
        <p:spPr>
          <a:xfrm>
            <a:off x="2231136" y="4056818"/>
            <a:ext cx="2706825" cy="2408614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8D60750B-36C9-FF2B-3928-B52BA32B1898}"/>
              </a:ext>
            </a:extLst>
          </p:cNvPr>
          <p:cNvSpPr txBox="1"/>
          <p:nvPr/>
        </p:nvSpPr>
        <p:spPr>
          <a:xfrm>
            <a:off x="6243303" y="3845353"/>
            <a:ext cx="371756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000" b="1" dirty="0" err="1">
                <a:solidFill>
                  <a:srgbClr val="002060"/>
                </a:solidFill>
              </a:rPr>
              <a:t>l’hiver</a:t>
            </a:r>
            <a:r>
              <a:rPr lang="nl-BE" sz="4000" b="1" dirty="0">
                <a:solidFill>
                  <a:srgbClr val="002060"/>
                </a:solidFill>
              </a:rPr>
              <a:t> = </a:t>
            </a:r>
          </a:p>
          <a:p>
            <a:endParaRPr lang="nl-BE" dirty="0"/>
          </a:p>
          <a:p>
            <a:r>
              <a:rPr lang="nl-BE" sz="4000" dirty="0" err="1"/>
              <a:t>décembre</a:t>
            </a:r>
            <a:endParaRPr lang="nl-BE" sz="4000" dirty="0"/>
          </a:p>
          <a:p>
            <a:r>
              <a:rPr lang="nl-BE" sz="4000" dirty="0" err="1"/>
              <a:t>janvier</a:t>
            </a:r>
            <a:endParaRPr lang="nl-BE" sz="4000" dirty="0"/>
          </a:p>
          <a:p>
            <a:r>
              <a:rPr lang="nl-BE" sz="4000" dirty="0" err="1"/>
              <a:t>février</a:t>
            </a:r>
            <a:endParaRPr lang="nl-BE" sz="4000" dirty="0"/>
          </a:p>
        </p:txBody>
      </p:sp>
    </p:spTree>
    <p:extLst>
      <p:ext uri="{BB962C8B-B14F-4D97-AF65-F5344CB8AC3E}">
        <p14:creationId xmlns:p14="http://schemas.microsoft.com/office/powerpoint/2010/main" val="199578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EDCB652E-5635-A203-156C-8BAC69C22AF1}"/>
              </a:ext>
            </a:extLst>
          </p:cNvPr>
          <p:cNvSpPr txBox="1"/>
          <p:nvPr/>
        </p:nvSpPr>
        <p:spPr>
          <a:xfrm>
            <a:off x="137509" y="710760"/>
            <a:ext cx="1143749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dirty="0"/>
              <a:t>De lente</a:t>
            </a:r>
          </a:p>
          <a:p>
            <a:r>
              <a:rPr lang="nl-BE" sz="3200" dirty="0"/>
              <a:t>Le </a:t>
            </a:r>
            <a:r>
              <a:rPr lang="nl-BE" sz="3200" dirty="0" err="1"/>
              <a:t>printemps</a:t>
            </a:r>
            <a:r>
              <a:rPr lang="nl-BE" sz="3200" dirty="0"/>
              <a:t> - </a:t>
            </a:r>
            <a:r>
              <a:rPr lang="nl-BE" sz="3200" b="1" dirty="0">
                <a:solidFill>
                  <a:srgbClr val="00B050"/>
                </a:solidFill>
              </a:rPr>
              <a:t>au </a:t>
            </a:r>
            <a:r>
              <a:rPr lang="nl-BE" sz="3200" dirty="0" err="1"/>
              <a:t>printemps</a:t>
            </a:r>
            <a:endParaRPr lang="nl-BE" sz="3200" dirty="0"/>
          </a:p>
          <a:p>
            <a:r>
              <a:rPr lang="nl-BE" sz="3200" dirty="0"/>
              <a:t>Au </a:t>
            </a:r>
            <a:r>
              <a:rPr lang="nl-BE" sz="3200" dirty="0" err="1"/>
              <a:t>printemps</a:t>
            </a:r>
            <a:r>
              <a:rPr lang="nl-BE" sz="3200" dirty="0"/>
              <a:t>, </a:t>
            </a:r>
            <a:r>
              <a:rPr lang="nl-BE" sz="3200" dirty="0" err="1"/>
              <a:t>nous</a:t>
            </a:r>
            <a:r>
              <a:rPr lang="nl-BE" sz="3200" dirty="0"/>
              <a:t> </a:t>
            </a:r>
            <a:r>
              <a:rPr lang="nl-BE" sz="3200" dirty="0" err="1"/>
              <a:t>allons</a:t>
            </a:r>
            <a:r>
              <a:rPr lang="nl-BE" sz="3200" dirty="0"/>
              <a:t> </a:t>
            </a:r>
            <a:r>
              <a:rPr lang="nl-BE" sz="3200" dirty="0" err="1"/>
              <a:t>aux</a:t>
            </a:r>
            <a:r>
              <a:rPr lang="nl-BE" sz="3200" dirty="0"/>
              <a:t> </a:t>
            </a:r>
            <a:r>
              <a:rPr lang="nl-BE" sz="3200" dirty="0" err="1"/>
              <a:t>Pays</a:t>
            </a:r>
            <a:r>
              <a:rPr lang="nl-BE" sz="3200" dirty="0"/>
              <a:t>-Bas</a:t>
            </a:r>
          </a:p>
          <a:p>
            <a:endParaRPr lang="nl-BE" sz="3200" dirty="0"/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E41C0FA-389B-F734-A302-F91989C758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730"/>
          <a:stretch/>
        </p:blipFill>
        <p:spPr>
          <a:xfrm>
            <a:off x="2011278" y="3521952"/>
            <a:ext cx="2635673" cy="262528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ECAE6077-ED13-B90F-D738-0C2872474A4A}"/>
              </a:ext>
            </a:extLst>
          </p:cNvPr>
          <p:cNvSpPr txBox="1"/>
          <p:nvPr/>
        </p:nvSpPr>
        <p:spPr>
          <a:xfrm>
            <a:off x="5493795" y="3361304"/>
            <a:ext cx="436973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000" b="1" dirty="0" err="1">
                <a:solidFill>
                  <a:srgbClr val="002060"/>
                </a:solidFill>
              </a:rPr>
              <a:t>le</a:t>
            </a:r>
            <a:r>
              <a:rPr lang="nl-BE" sz="4000" b="1" dirty="0">
                <a:solidFill>
                  <a:srgbClr val="002060"/>
                </a:solidFill>
              </a:rPr>
              <a:t> </a:t>
            </a:r>
            <a:r>
              <a:rPr lang="nl-BE" sz="4000" b="1" dirty="0" err="1">
                <a:solidFill>
                  <a:srgbClr val="002060"/>
                </a:solidFill>
              </a:rPr>
              <a:t>printemps</a:t>
            </a:r>
            <a:r>
              <a:rPr lang="nl-BE" sz="4000" b="1" dirty="0">
                <a:solidFill>
                  <a:srgbClr val="002060"/>
                </a:solidFill>
              </a:rPr>
              <a:t> = </a:t>
            </a:r>
          </a:p>
          <a:p>
            <a:endParaRPr lang="nl-BE" dirty="0"/>
          </a:p>
          <a:p>
            <a:r>
              <a:rPr lang="nl-BE" sz="4000" dirty="0"/>
              <a:t>mars</a:t>
            </a:r>
          </a:p>
          <a:p>
            <a:r>
              <a:rPr lang="nl-BE" sz="4000" dirty="0" err="1"/>
              <a:t>avril</a:t>
            </a:r>
            <a:endParaRPr lang="nl-BE" sz="4000" dirty="0"/>
          </a:p>
          <a:p>
            <a:r>
              <a:rPr lang="nl-BE" sz="4000" dirty="0" err="1"/>
              <a:t>mai</a:t>
            </a:r>
            <a:endParaRPr lang="nl-BE" sz="4000" dirty="0"/>
          </a:p>
        </p:txBody>
      </p:sp>
    </p:spTree>
    <p:extLst>
      <p:ext uri="{BB962C8B-B14F-4D97-AF65-F5344CB8AC3E}">
        <p14:creationId xmlns:p14="http://schemas.microsoft.com/office/powerpoint/2010/main" val="94183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EDCB652E-5635-A203-156C-8BAC69C22AF1}"/>
              </a:ext>
            </a:extLst>
          </p:cNvPr>
          <p:cNvSpPr txBox="1"/>
          <p:nvPr/>
        </p:nvSpPr>
        <p:spPr>
          <a:xfrm>
            <a:off x="266801" y="614597"/>
            <a:ext cx="1143749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200" dirty="0"/>
              <a:t>De zomer </a:t>
            </a:r>
          </a:p>
          <a:p>
            <a:r>
              <a:rPr lang="nl-BE" sz="3200" dirty="0" err="1"/>
              <a:t>L’été</a:t>
            </a:r>
            <a:r>
              <a:rPr lang="nl-BE" sz="3200" dirty="0"/>
              <a:t> - </a:t>
            </a:r>
            <a:r>
              <a:rPr lang="nl-BE" sz="3200" dirty="0">
                <a:solidFill>
                  <a:srgbClr val="00B050"/>
                </a:solidFill>
              </a:rPr>
              <a:t>en</a:t>
            </a:r>
            <a:r>
              <a:rPr lang="nl-BE" sz="3200" dirty="0"/>
              <a:t> </a:t>
            </a:r>
            <a:r>
              <a:rPr lang="nl-BE" sz="3200" dirty="0" err="1"/>
              <a:t>été</a:t>
            </a:r>
            <a:endParaRPr lang="nl-BE" sz="3200" dirty="0"/>
          </a:p>
          <a:p>
            <a:r>
              <a:rPr lang="nl-BE" sz="3200" u="sng" dirty="0" err="1"/>
              <a:t>L’été</a:t>
            </a:r>
            <a:r>
              <a:rPr lang="nl-BE" sz="3200" u="sng" dirty="0"/>
              <a:t> </a:t>
            </a:r>
            <a:r>
              <a:rPr lang="nl-BE" sz="3200" u="sng" dirty="0" err="1"/>
              <a:t>est</a:t>
            </a:r>
            <a:r>
              <a:rPr lang="nl-BE" sz="3200" u="sng" dirty="0"/>
              <a:t> ma </a:t>
            </a:r>
            <a:r>
              <a:rPr lang="nl-BE" sz="3200" u="sng" dirty="0" err="1"/>
              <a:t>saison</a:t>
            </a:r>
            <a:r>
              <a:rPr lang="nl-BE" sz="3200" u="sng" dirty="0"/>
              <a:t> </a:t>
            </a:r>
            <a:r>
              <a:rPr lang="nl-BE" sz="3200" u="sng" dirty="0" err="1"/>
              <a:t>préféré</a:t>
            </a:r>
            <a:r>
              <a:rPr lang="nl-BE" sz="3200" u="sng" dirty="0"/>
              <a:t> </a:t>
            </a:r>
            <a:r>
              <a:rPr lang="nl-BE" sz="3200" dirty="0"/>
              <a:t>!!! </a:t>
            </a:r>
          </a:p>
          <a:p>
            <a:r>
              <a:rPr lang="nl-BE" sz="3200" dirty="0" err="1">
                <a:solidFill>
                  <a:srgbClr val="FF0000"/>
                </a:solidFill>
              </a:rPr>
              <a:t>Qui</a:t>
            </a:r>
            <a:r>
              <a:rPr lang="nl-BE" sz="3200" dirty="0">
                <a:solidFill>
                  <a:srgbClr val="FF0000"/>
                </a:solidFill>
              </a:rPr>
              <a:t> </a:t>
            </a:r>
            <a:r>
              <a:rPr lang="nl-BE" sz="3200" dirty="0" err="1">
                <a:solidFill>
                  <a:srgbClr val="FF0000"/>
                </a:solidFill>
              </a:rPr>
              <a:t>voit</a:t>
            </a:r>
            <a:r>
              <a:rPr lang="nl-BE" sz="3200" dirty="0">
                <a:solidFill>
                  <a:srgbClr val="FF0000"/>
                </a:solidFill>
              </a:rPr>
              <a:t> la </a:t>
            </a:r>
            <a:r>
              <a:rPr lang="nl-BE" sz="3200" dirty="0" err="1">
                <a:solidFill>
                  <a:srgbClr val="FF0000"/>
                </a:solidFill>
              </a:rPr>
              <a:t>faute</a:t>
            </a:r>
            <a:r>
              <a:rPr lang="nl-BE" sz="3200" dirty="0">
                <a:solidFill>
                  <a:srgbClr val="FF0000"/>
                </a:solidFill>
              </a:rPr>
              <a:t>?</a:t>
            </a:r>
            <a:endParaRPr lang="nl-BE" dirty="0">
              <a:solidFill>
                <a:srgbClr val="FF0000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9486CA6-6B17-5045-59DB-7256E02C07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141"/>
          <a:stretch/>
        </p:blipFill>
        <p:spPr>
          <a:xfrm>
            <a:off x="1538864" y="3234128"/>
            <a:ext cx="2943196" cy="2830670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1CE8A297-0AAA-9D31-4853-837AE8DFDDB8}"/>
              </a:ext>
            </a:extLst>
          </p:cNvPr>
          <p:cNvSpPr txBox="1"/>
          <p:nvPr/>
        </p:nvSpPr>
        <p:spPr>
          <a:xfrm>
            <a:off x="6588077" y="3233254"/>
            <a:ext cx="371756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000" b="1" dirty="0" err="1">
                <a:solidFill>
                  <a:srgbClr val="002060"/>
                </a:solidFill>
              </a:rPr>
              <a:t>l’été</a:t>
            </a:r>
            <a:r>
              <a:rPr lang="nl-BE" sz="4000" b="1" dirty="0">
                <a:solidFill>
                  <a:srgbClr val="002060"/>
                </a:solidFill>
              </a:rPr>
              <a:t> = </a:t>
            </a:r>
          </a:p>
          <a:p>
            <a:endParaRPr lang="nl-BE" dirty="0"/>
          </a:p>
          <a:p>
            <a:r>
              <a:rPr lang="nl-BE" sz="4000" dirty="0"/>
              <a:t>juin</a:t>
            </a:r>
          </a:p>
          <a:p>
            <a:r>
              <a:rPr lang="nl-BE" sz="4000" dirty="0" err="1"/>
              <a:t>juillet</a:t>
            </a:r>
            <a:endParaRPr lang="nl-BE" sz="4000" dirty="0"/>
          </a:p>
          <a:p>
            <a:r>
              <a:rPr lang="nl-BE" sz="4000" dirty="0" err="1"/>
              <a:t>aout</a:t>
            </a:r>
            <a:endParaRPr lang="nl-BE" sz="4000" dirty="0"/>
          </a:p>
        </p:txBody>
      </p:sp>
    </p:spTree>
    <p:extLst>
      <p:ext uri="{BB962C8B-B14F-4D97-AF65-F5344CB8AC3E}">
        <p14:creationId xmlns:p14="http://schemas.microsoft.com/office/powerpoint/2010/main" val="171779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vak 2">
            <a:extLst>
              <a:ext uri="{FF2B5EF4-FFF2-40B4-BE49-F238E27FC236}">
                <a16:creationId xmlns:a16="http://schemas.microsoft.com/office/drawing/2014/main" id="{EDCB652E-5635-A203-156C-8BAC69C22AF1}"/>
              </a:ext>
            </a:extLst>
          </p:cNvPr>
          <p:cNvSpPr txBox="1"/>
          <p:nvPr/>
        </p:nvSpPr>
        <p:spPr>
          <a:xfrm>
            <a:off x="191850" y="275145"/>
            <a:ext cx="1143749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BE" sz="3200" dirty="0"/>
          </a:p>
          <a:p>
            <a:r>
              <a:rPr lang="nl-BE" sz="3200" dirty="0"/>
              <a:t>De herfst</a:t>
            </a:r>
          </a:p>
          <a:p>
            <a:r>
              <a:rPr lang="nl-BE" sz="3200" dirty="0" err="1"/>
              <a:t>L’automne</a:t>
            </a:r>
            <a:r>
              <a:rPr lang="nl-BE" sz="3200" dirty="0"/>
              <a:t> - </a:t>
            </a:r>
            <a:r>
              <a:rPr lang="nl-BE" sz="3200" dirty="0">
                <a:solidFill>
                  <a:srgbClr val="00B050"/>
                </a:solidFill>
              </a:rPr>
              <a:t>en</a:t>
            </a:r>
            <a:r>
              <a:rPr lang="nl-BE" sz="3200" dirty="0"/>
              <a:t> </a:t>
            </a:r>
            <a:r>
              <a:rPr lang="nl-BE" sz="3200" dirty="0" err="1"/>
              <a:t>automne</a:t>
            </a:r>
            <a:endParaRPr lang="nl-BE" sz="3200" dirty="0"/>
          </a:p>
          <a:p>
            <a:r>
              <a:rPr lang="nl-BE" sz="3200" dirty="0"/>
              <a:t>Les </a:t>
            </a:r>
            <a:r>
              <a:rPr lang="nl-BE" sz="3200" dirty="0" err="1"/>
              <a:t>vacances</a:t>
            </a:r>
            <a:r>
              <a:rPr lang="nl-BE" sz="3200" dirty="0"/>
              <a:t> </a:t>
            </a:r>
            <a:r>
              <a:rPr lang="nl-BE" sz="3200" dirty="0" err="1"/>
              <a:t>d’automne</a:t>
            </a:r>
            <a:r>
              <a:rPr lang="nl-BE" sz="3200" dirty="0"/>
              <a:t> </a:t>
            </a:r>
            <a:r>
              <a:rPr lang="nl-BE" sz="3200" dirty="0" err="1"/>
              <a:t>commencent</a:t>
            </a:r>
            <a:r>
              <a:rPr lang="nl-BE" sz="3200" dirty="0"/>
              <a:t> </a:t>
            </a:r>
            <a:r>
              <a:rPr lang="nl-BE" sz="3200" dirty="0" err="1"/>
              <a:t>le</a:t>
            </a:r>
            <a:r>
              <a:rPr lang="nl-BE" sz="3200" dirty="0"/>
              <a:t> 30 </a:t>
            </a:r>
            <a:r>
              <a:rPr lang="nl-BE" sz="3200" dirty="0" err="1"/>
              <a:t>octobre</a:t>
            </a:r>
            <a:r>
              <a:rPr lang="nl-BE" sz="3200" dirty="0"/>
              <a:t>.</a:t>
            </a:r>
          </a:p>
          <a:p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8202FA9-8E86-E15A-A603-DBE9AC4EEC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891"/>
          <a:stretch/>
        </p:blipFill>
        <p:spPr>
          <a:xfrm>
            <a:off x="2312465" y="3428999"/>
            <a:ext cx="2604309" cy="2525843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463B4781-DC39-5E80-268A-E07ED980127F}"/>
              </a:ext>
            </a:extLst>
          </p:cNvPr>
          <p:cNvSpPr txBox="1"/>
          <p:nvPr/>
        </p:nvSpPr>
        <p:spPr>
          <a:xfrm>
            <a:off x="6603067" y="3276149"/>
            <a:ext cx="371756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4000" b="1" dirty="0" err="1">
                <a:solidFill>
                  <a:srgbClr val="002060"/>
                </a:solidFill>
              </a:rPr>
              <a:t>l’automne</a:t>
            </a:r>
            <a:r>
              <a:rPr lang="nl-BE" sz="4000" b="1" dirty="0">
                <a:solidFill>
                  <a:srgbClr val="002060"/>
                </a:solidFill>
              </a:rPr>
              <a:t> = </a:t>
            </a:r>
          </a:p>
          <a:p>
            <a:endParaRPr lang="nl-BE" dirty="0"/>
          </a:p>
          <a:p>
            <a:r>
              <a:rPr lang="nl-BE" sz="4000" dirty="0" err="1"/>
              <a:t>septembre</a:t>
            </a:r>
            <a:endParaRPr lang="nl-BE" sz="4000" dirty="0"/>
          </a:p>
          <a:p>
            <a:r>
              <a:rPr lang="nl-BE" sz="4000" dirty="0" err="1"/>
              <a:t>octobre</a:t>
            </a:r>
            <a:endParaRPr lang="nl-BE" sz="4000" dirty="0"/>
          </a:p>
          <a:p>
            <a:r>
              <a:rPr lang="nl-BE" sz="4000" dirty="0" err="1"/>
              <a:t>novembre</a:t>
            </a:r>
            <a:endParaRPr lang="nl-BE" sz="4000" dirty="0"/>
          </a:p>
        </p:txBody>
      </p:sp>
    </p:spTree>
    <p:extLst>
      <p:ext uri="{BB962C8B-B14F-4D97-AF65-F5344CB8AC3E}">
        <p14:creationId xmlns:p14="http://schemas.microsoft.com/office/powerpoint/2010/main" val="346139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Pak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TM10001115[[fn=Pakket]]</Template>
  <TotalTime>0</TotalTime>
  <Words>613</Words>
  <Application>Microsoft Office PowerPoint</Application>
  <PresentationFormat>Breedbeeld</PresentationFormat>
  <Paragraphs>129</Paragraphs>
  <Slides>30</Slides>
  <Notes>5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30</vt:i4>
      </vt:variant>
    </vt:vector>
  </HeadingPairs>
  <TitlesOfParts>
    <vt:vector size="34" baseType="lpstr">
      <vt:lpstr>Arial</vt:lpstr>
      <vt:lpstr>Calibri</vt:lpstr>
      <vt:lpstr>Gill Sans MT</vt:lpstr>
      <vt:lpstr>Pakket</vt:lpstr>
      <vt:lpstr>Écrire une bonne phrase</vt:lpstr>
      <vt:lpstr>PowerPoint-presentatie</vt:lpstr>
      <vt:lpstr>PowerPoint-presentatie</vt:lpstr>
      <vt:lpstr>PowerPoint-presentatie</vt:lpstr>
      <vt:lpstr>Retour en arrière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Mission 3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Répétition Les saisons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VERBES EN –IR  Le verbe irrégulier ‘COURIR’  Récapitulation des temps (l’impératif, le passe composé, l’imparfait, le futur simple et le conditionnel présent)</dc:title>
  <dc:creator>Daisy Van Santberghe</dc:creator>
  <cp:lastModifiedBy>Daisy Van Santberghe</cp:lastModifiedBy>
  <cp:revision>242</cp:revision>
  <dcterms:created xsi:type="dcterms:W3CDTF">2022-09-30T18:09:44Z</dcterms:created>
  <dcterms:modified xsi:type="dcterms:W3CDTF">2026-02-03T07:42:32Z</dcterms:modified>
</cp:coreProperties>
</file>