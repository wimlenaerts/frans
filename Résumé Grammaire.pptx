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52"/>
  </p:notesMasterIdLst>
  <p:sldIdLst>
    <p:sldId id="496" r:id="rId2"/>
    <p:sldId id="497" r:id="rId3"/>
    <p:sldId id="500" r:id="rId4"/>
    <p:sldId id="749" r:id="rId5"/>
    <p:sldId id="745" r:id="rId6"/>
    <p:sldId id="507" r:id="rId7"/>
    <p:sldId id="525" r:id="rId8"/>
    <p:sldId id="529" r:id="rId9"/>
    <p:sldId id="530" r:id="rId10"/>
    <p:sldId id="468" r:id="rId11"/>
    <p:sldId id="572" r:id="rId12"/>
    <p:sldId id="502" r:id="rId13"/>
    <p:sldId id="746" r:id="rId14"/>
    <p:sldId id="747" r:id="rId15"/>
    <p:sldId id="748" r:id="rId16"/>
    <p:sldId id="532" r:id="rId17"/>
    <p:sldId id="585" r:id="rId18"/>
    <p:sldId id="533" r:id="rId19"/>
    <p:sldId id="534" r:id="rId20"/>
    <p:sldId id="543" r:id="rId21"/>
    <p:sldId id="682" r:id="rId22"/>
    <p:sldId id="447" r:id="rId23"/>
    <p:sldId id="540" r:id="rId24"/>
    <p:sldId id="541" r:id="rId25"/>
    <p:sldId id="681" r:id="rId26"/>
    <p:sldId id="680" r:id="rId27"/>
    <p:sldId id="527" r:id="rId28"/>
    <p:sldId id="513" r:id="rId29"/>
    <p:sldId id="514" r:id="rId30"/>
    <p:sldId id="683" r:id="rId31"/>
    <p:sldId id="509" r:id="rId32"/>
    <p:sldId id="519" r:id="rId33"/>
    <p:sldId id="687" r:id="rId34"/>
    <p:sldId id="520" r:id="rId35"/>
    <p:sldId id="610" r:id="rId36"/>
    <p:sldId id="612" r:id="rId37"/>
    <p:sldId id="611" r:id="rId38"/>
    <p:sldId id="618" r:id="rId39"/>
    <p:sldId id="688" r:id="rId40"/>
    <p:sldId id="684" r:id="rId41"/>
    <p:sldId id="578" r:id="rId42"/>
    <p:sldId id="264" r:id="rId43"/>
    <p:sldId id="505" r:id="rId44"/>
    <p:sldId id="506" r:id="rId45"/>
    <p:sldId id="686" r:id="rId46"/>
    <p:sldId id="573" r:id="rId47"/>
    <p:sldId id="574" r:id="rId48"/>
    <p:sldId id="558" r:id="rId49"/>
    <p:sldId id="415" r:id="rId50"/>
    <p:sldId id="416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2885BB-6E50-419C-9584-0308CCFFD9A7}" v="352" dt="2026-03-04T18:12:18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sy Van Santberghe" userId="c0aef79d-9824-49d2-a3c7-5109c5fc0114" providerId="ADAL" clId="{717CBBAB-232C-4E04-9E87-9F688F2BE489}"/>
    <pc:docChg chg="undo custSel addSld delSld modSld sldOrd">
      <pc:chgData name="Daisy Van Santberghe" userId="c0aef79d-9824-49d2-a3c7-5109c5fc0114" providerId="ADAL" clId="{717CBBAB-232C-4E04-9E87-9F688F2BE489}" dt="2026-03-04T18:14:34.407" v="1418" actId="2696"/>
      <pc:docMkLst>
        <pc:docMk/>
      </pc:docMkLst>
      <pc:sldChg chg="add">
        <pc:chgData name="Daisy Van Santberghe" userId="c0aef79d-9824-49d2-a3c7-5109c5fc0114" providerId="ADAL" clId="{717CBBAB-232C-4E04-9E87-9F688F2BE489}" dt="2026-03-04T17:43:57.089" v="962"/>
        <pc:sldMkLst>
          <pc:docMk/>
          <pc:sldMk cId="3794121593" sldId="264"/>
        </pc:sldMkLst>
      </pc:sldChg>
      <pc:sldChg chg="add">
        <pc:chgData name="Daisy Van Santberghe" userId="c0aef79d-9824-49d2-a3c7-5109c5fc0114" providerId="ADAL" clId="{717CBBAB-232C-4E04-9E87-9F688F2BE489}" dt="2026-03-04T18:04:10.003" v="1390"/>
        <pc:sldMkLst>
          <pc:docMk/>
          <pc:sldMk cId="2057223047" sldId="415"/>
        </pc:sldMkLst>
      </pc:sldChg>
      <pc:sldChg chg="add">
        <pc:chgData name="Daisy Van Santberghe" userId="c0aef79d-9824-49d2-a3c7-5109c5fc0114" providerId="ADAL" clId="{717CBBAB-232C-4E04-9E87-9F688F2BE489}" dt="2026-03-04T18:04:10.003" v="1390"/>
        <pc:sldMkLst>
          <pc:docMk/>
          <pc:sldMk cId="701876036" sldId="416"/>
        </pc:sldMkLst>
      </pc:sldChg>
      <pc:sldChg chg="add">
        <pc:chgData name="Daisy Van Santberghe" userId="c0aef79d-9824-49d2-a3c7-5109c5fc0114" providerId="ADAL" clId="{717CBBAB-232C-4E04-9E87-9F688F2BE489}" dt="2026-03-04T17:33:53.103" v="911"/>
        <pc:sldMkLst>
          <pc:docMk/>
          <pc:sldMk cId="3081269809" sldId="447"/>
        </pc:sldMkLst>
      </pc:sldChg>
      <pc:sldChg chg="add modNotesTx">
        <pc:chgData name="Daisy Van Santberghe" userId="c0aef79d-9824-49d2-a3c7-5109c5fc0114" providerId="ADAL" clId="{717CBBAB-232C-4E04-9E87-9F688F2BE489}" dt="2026-03-04T18:12:49.646" v="1409" actId="6549"/>
        <pc:sldMkLst>
          <pc:docMk/>
          <pc:sldMk cId="2982856440" sldId="468"/>
        </pc:sldMkLst>
      </pc:sldChg>
      <pc:sldChg chg="modSp add del mod">
        <pc:chgData name="Daisy Van Santberghe" userId="c0aef79d-9824-49d2-a3c7-5109c5fc0114" providerId="ADAL" clId="{717CBBAB-232C-4E04-9E87-9F688F2BE489}" dt="2026-03-04T18:00:32.743" v="1318" actId="20577"/>
        <pc:sldMkLst>
          <pc:docMk/>
          <pc:sldMk cId="3143031105" sldId="496"/>
        </pc:sldMkLst>
        <pc:spChg chg="mod">
          <ac:chgData name="Daisy Van Santberghe" userId="c0aef79d-9824-49d2-a3c7-5109c5fc0114" providerId="ADAL" clId="{717CBBAB-232C-4E04-9E87-9F688F2BE489}" dt="2026-03-04T18:00:32.743" v="1318" actId="20577"/>
          <ac:spMkLst>
            <pc:docMk/>
            <pc:sldMk cId="3143031105" sldId="496"/>
            <ac:spMk id="2" creationId="{EADD7E4E-4DBB-EDA4-C1E8-9ACC101E557B}"/>
          </ac:spMkLst>
        </pc:spChg>
      </pc:sldChg>
      <pc:sldChg chg="modSp add del mod">
        <pc:chgData name="Daisy Van Santberghe" userId="c0aef79d-9824-49d2-a3c7-5109c5fc0114" providerId="ADAL" clId="{717CBBAB-232C-4E04-9E87-9F688F2BE489}" dt="2026-03-04T18:01:07.199" v="1351" actId="20577"/>
        <pc:sldMkLst>
          <pc:docMk/>
          <pc:sldMk cId="1725265277" sldId="497"/>
        </pc:sldMkLst>
        <pc:spChg chg="mod">
          <ac:chgData name="Daisy Van Santberghe" userId="c0aef79d-9824-49d2-a3c7-5109c5fc0114" providerId="ADAL" clId="{717CBBAB-232C-4E04-9E87-9F688F2BE489}" dt="2026-03-04T18:01:07.199" v="1351" actId="20577"/>
          <ac:spMkLst>
            <pc:docMk/>
            <pc:sldMk cId="1725265277" sldId="497"/>
            <ac:spMk id="2" creationId="{633C45D5-C91B-FAA0-0446-9BDF4093E704}"/>
          </ac:spMkLst>
        </pc:spChg>
      </pc:sldChg>
      <pc:sldChg chg="add del">
        <pc:chgData name="Daisy Van Santberghe" userId="c0aef79d-9824-49d2-a3c7-5109c5fc0114" providerId="ADAL" clId="{717CBBAB-232C-4E04-9E87-9F688F2BE489}" dt="2026-03-04T18:00:17.359" v="1289" actId="47"/>
        <pc:sldMkLst>
          <pc:docMk/>
          <pc:sldMk cId="2721558591" sldId="500"/>
        </pc:sldMkLst>
      </pc:sldChg>
      <pc:sldChg chg="delSp add mod">
        <pc:chgData name="Daisy Van Santberghe" userId="c0aef79d-9824-49d2-a3c7-5109c5fc0114" providerId="ADAL" clId="{717CBBAB-232C-4E04-9E87-9F688F2BE489}" dt="2026-03-04T18:12:57.953" v="1410" actId="478"/>
        <pc:sldMkLst>
          <pc:docMk/>
          <pc:sldMk cId="1483324547" sldId="502"/>
        </pc:sldMkLst>
        <pc:spChg chg="del">
          <ac:chgData name="Daisy Van Santberghe" userId="c0aef79d-9824-49d2-a3c7-5109c5fc0114" providerId="ADAL" clId="{717CBBAB-232C-4E04-9E87-9F688F2BE489}" dt="2026-03-04T18:12:57.953" v="1410" actId="478"/>
          <ac:spMkLst>
            <pc:docMk/>
            <pc:sldMk cId="1483324547" sldId="502"/>
            <ac:spMk id="4" creationId="{8EB38008-F1E6-3698-49F7-7F7D79C8C4C8}"/>
          </ac:spMkLst>
        </pc:spChg>
      </pc:sldChg>
      <pc:sldChg chg="add">
        <pc:chgData name="Daisy Van Santberghe" userId="c0aef79d-9824-49d2-a3c7-5109c5fc0114" providerId="ADAL" clId="{717CBBAB-232C-4E04-9E87-9F688F2BE489}" dt="2026-03-04T17:44:47.179" v="964"/>
        <pc:sldMkLst>
          <pc:docMk/>
          <pc:sldMk cId="1274660530" sldId="505"/>
        </pc:sldMkLst>
      </pc:sldChg>
      <pc:sldChg chg="add">
        <pc:chgData name="Daisy Van Santberghe" userId="c0aef79d-9824-49d2-a3c7-5109c5fc0114" providerId="ADAL" clId="{717CBBAB-232C-4E04-9E87-9F688F2BE489}" dt="2026-03-04T17:44:47.179" v="964"/>
        <pc:sldMkLst>
          <pc:docMk/>
          <pc:sldMk cId="808608664" sldId="506"/>
        </pc:sldMkLst>
      </pc:sldChg>
      <pc:sldChg chg="addSp modSp mod modAnim">
        <pc:chgData name="Daisy Van Santberghe" userId="c0aef79d-9824-49d2-a3c7-5109c5fc0114" providerId="ADAL" clId="{717CBBAB-232C-4E04-9E87-9F688F2BE489}" dt="2026-03-04T18:01:51.923" v="1379" actId="20577"/>
        <pc:sldMkLst>
          <pc:docMk/>
          <pc:sldMk cId="2901142335" sldId="507"/>
        </pc:sldMkLst>
        <pc:spChg chg="mod">
          <ac:chgData name="Daisy Van Santberghe" userId="c0aef79d-9824-49d2-a3c7-5109c5fc0114" providerId="ADAL" clId="{717CBBAB-232C-4E04-9E87-9F688F2BE489}" dt="2026-03-04T16:24:22.480" v="93" actId="6549"/>
          <ac:spMkLst>
            <pc:docMk/>
            <pc:sldMk cId="2901142335" sldId="507"/>
            <ac:spMk id="2" creationId="{8B554340-AA9D-341E-5E36-23243F5D3592}"/>
          </ac:spMkLst>
        </pc:spChg>
        <pc:spChg chg="mod">
          <ac:chgData name="Daisy Van Santberghe" userId="c0aef79d-9824-49d2-a3c7-5109c5fc0114" providerId="ADAL" clId="{717CBBAB-232C-4E04-9E87-9F688F2BE489}" dt="2026-03-04T18:01:51.923" v="1379" actId="20577"/>
          <ac:spMkLst>
            <pc:docMk/>
            <pc:sldMk cId="2901142335" sldId="507"/>
            <ac:spMk id="3" creationId="{5988DB8F-DC76-57C3-BF41-A2DAAF7AE0DC}"/>
          </ac:spMkLst>
        </pc:spChg>
        <pc:spChg chg="add mod">
          <ac:chgData name="Daisy Van Santberghe" userId="c0aef79d-9824-49d2-a3c7-5109c5fc0114" providerId="ADAL" clId="{717CBBAB-232C-4E04-9E87-9F688F2BE489}" dt="2026-03-04T16:24:18.718" v="91" actId="1076"/>
          <ac:spMkLst>
            <pc:docMk/>
            <pc:sldMk cId="2901142335" sldId="507"/>
            <ac:spMk id="4" creationId="{8D45C6EF-A3AA-5B9B-BD9D-916E00DBDB03}"/>
          </ac:spMkLst>
        </pc:spChg>
      </pc:sldChg>
      <pc:sldChg chg="modSp del modAnim">
        <pc:chgData name="Daisy Van Santberghe" userId="c0aef79d-9824-49d2-a3c7-5109c5fc0114" providerId="ADAL" clId="{717CBBAB-232C-4E04-9E87-9F688F2BE489}" dt="2026-03-04T18:13:50.238" v="1413" actId="47"/>
        <pc:sldMkLst>
          <pc:docMk/>
          <pc:sldMk cId="41320030" sldId="508"/>
        </pc:sldMkLst>
        <pc:spChg chg="mod">
          <ac:chgData name="Daisy Van Santberghe" userId="c0aef79d-9824-49d2-a3c7-5109c5fc0114" providerId="ADAL" clId="{717CBBAB-232C-4E04-9E87-9F688F2BE489}" dt="2026-03-04T16:39:16.313" v="885" actId="20577"/>
          <ac:spMkLst>
            <pc:docMk/>
            <pc:sldMk cId="41320030" sldId="508"/>
            <ac:spMk id="3" creationId="{6F01CAC3-0975-B9BE-0784-3F04DB080A2F}"/>
          </ac:spMkLst>
        </pc:spChg>
      </pc:sldChg>
      <pc:sldChg chg="add del">
        <pc:chgData name="Daisy Van Santberghe" userId="c0aef79d-9824-49d2-a3c7-5109c5fc0114" providerId="ADAL" clId="{717CBBAB-232C-4E04-9E87-9F688F2BE489}" dt="2026-03-04T18:14:34.407" v="1418" actId="2696"/>
        <pc:sldMkLst>
          <pc:docMk/>
          <pc:sldMk cId="3615586742" sldId="510"/>
        </pc:sldMkLst>
      </pc:sldChg>
      <pc:sldChg chg="add del">
        <pc:chgData name="Daisy Van Santberghe" userId="c0aef79d-9824-49d2-a3c7-5109c5fc0114" providerId="ADAL" clId="{717CBBAB-232C-4E04-9E87-9F688F2BE489}" dt="2026-03-04T18:14:34.407" v="1418" actId="2696"/>
        <pc:sldMkLst>
          <pc:docMk/>
          <pc:sldMk cId="3695293038" sldId="511"/>
        </pc:sldMkLst>
      </pc:sldChg>
      <pc:sldChg chg="del">
        <pc:chgData name="Daisy Van Santberghe" userId="c0aef79d-9824-49d2-a3c7-5109c5fc0114" providerId="ADAL" clId="{717CBBAB-232C-4E04-9E87-9F688F2BE489}" dt="2026-03-04T17:40:01.764" v="942" actId="47"/>
        <pc:sldMkLst>
          <pc:docMk/>
          <pc:sldMk cId="3814867135" sldId="516"/>
        </pc:sldMkLst>
      </pc:sldChg>
      <pc:sldChg chg="del">
        <pc:chgData name="Daisy Van Santberghe" userId="c0aef79d-9824-49d2-a3c7-5109c5fc0114" providerId="ADAL" clId="{717CBBAB-232C-4E04-9E87-9F688F2BE489}" dt="2026-03-04T17:40:04.281" v="943" actId="47"/>
        <pc:sldMkLst>
          <pc:docMk/>
          <pc:sldMk cId="3003779999" sldId="517"/>
        </pc:sldMkLst>
      </pc:sldChg>
      <pc:sldChg chg="del">
        <pc:chgData name="Daisy Van Santberghe" userId="c0aef79d-9824-49d2-a3c7-5109c5fc0114" providerId="ADAL" clId="{717CBBAB-232C-4E04-9E87-9F688F2BE489}" dt="2026-03-04T17:42:02.638" v="955" actId="47"/>
        <pc:sldMkLst>
          <pc:docMk/>
          <pc:sldMk cId="232012174" sldId="518"/>
        </pc:sldMkLst>
      </pc:sldChg>
      <pc:sldChg chg="addSp modSp">
        <pc:chgData name="Daisy Van Santberghe" userId="c0aef79d-9824-49d2-a3c7-5109c5fc0114" providerId="ADAL" clId="{717CBBAB-232C-4E04-9E87-9F688F2BE489}" dt="2026-03-04T17:43:13.741" v="959"/>
        <pc:sldMkLst>
          <pc:docMk/>
          <pc:sldMk cId="3355500279" sldId="519"/>
        </pc:sldMkLst>
        <pc:picChg chg="add mod">
          <ac:chgData name="Daisy Van Santberghe" userId="c0aef79d-9824-49d2-a3c7-5109c5fc0114" providerId="ADAL" clId="{717CBBAB-232C-4E04-9E87-9F688F2BE489}" dt="2026-03-04T17:43:05.849" v="957"/>
          <ac:picMkLst>
            <pc:docMk/>
            <pc:sldMk cId="3355500279" sldId="519"/>
            <ac:picMk id="2" creationId="{E4186951-2FB7-0DFA-B64B-F4FDABD31242}"/>
          </ac:picMkLst>
        </pc:picChg>
        <pc:picChg chg="add">
          <ac:chgData name="Daisy Van Santberghe" userId="c0aef79d-9824-49d2-a3c7-5109c5fc0114" providerId="ADAL" clId="{717CBBAB-232C-4E04-9E87-9F688F2BE489}" dt="2026-03-04T17:43:10.005" v="958"/>
          <ac:picMkLst>
            <pc:docMk/>
            <pc:sldMk cId="3355500279" sldId="519"/>
            <ac:picMk id="4" creationId="{A7877D3C-6895-129D-AD37-EF93858171E6}"/>
          </ac:picMkLst>
        </pc:picChg>
        <pc:picChg chg="add mod">
          <ac:chgData name="Daisy Van Santberghe" userId="c0aef79d-9824-49d2-a3c7-5109c5fc0114" providerId="ADAL" clId="{717CBBAB-232C-4E04-9E87-9F688F2BE489}" dt="2026-03-04T17:43:13.741" v="959"/>
          <ac:picMkLst>
            <pc:docMk/>
            <pc:sldMk cId="3355500279" sldId="519"/>
            <ac:picMk id="5" creationId="{3425793C-7240-EFAC-9F14-066B66302526}"/>
          </ac:picMkLst>
        </pc:picChg>
      </pc:sldChg>
      <pc:sldChg chg="add">
        <pc:chgData name="Daisy Van Santberghe" userId="c0aef79d-9824-49d2-a3c7-5109c5fc0114" providerId="ADAL" clId="{717CBBAB-232C-4E04-9E87-9F688F2BE489}" dt="2026-03-04T17:46:05.877" v="966"/>
        <pc:sldMkLst>
          <pc:docMk/>
          <pc:sldMk cId="1908805414" sldId="520"/>
        </pc:sldMkLst>
      </pc:sldChg>
      <pc:sldChg chg="addSp modSp new del mod modAnim">
        <pc:chgData name="Daisy Van Santberghe" userId="c0aef79d-9824-49d2-a3c7-5109c5fc0114" providerId="ADAL" clId="{717CBBAB-232C-4E04-9E87-9F688F2BE489}" dt="2026-03-04T18:02:22.030" v="1380" actId="47"/>
        <pc:sldMkLst>
          <pc:docMk/>
          <pc:sldMk cId="888469191" sldId="528"/>
        </pc:sldMkLst>
        <pc:spChg chg="add mod">
          <ac:chgData name="Daisy Van Santberghe" userId="c0aef79d-9824-49d2-a3c7-5109c5fc0114" providerId="ADAL" clId="{717CBBAB-232C-4E04-9E87-9F688F2BE489}" dt="2026-03-04T16:26:05.831" v="291" actId="255"/>
          <ac:spMkLst>
            <pc:docMk/>
            <pc:sldMk cId="888469191" sldId="528"/>
            <ac:spMk id="2" creationId="{59C2B2FB-C105-89AF-654D-4FE661CC0195}"/>
          </ac:spMkLst>
        </pc:spChg>
      </pc:sldChg>
      <pc:sldChg chg="addSp modSp new mod modAnim">
        <pc:chgData name="Daisy Van Santberghe" userId="c0aef79d-9824-49d2-a3c7-5109c5fc0114" providerId="ADAL" clId="{717CBBAB-232C-4E04-9E87-9F688F2BE489}" dt="2026-03-04T18:02:45.443" v="1386" actId="14100"/>
        <pc:sldMkLst>
          <pc:docMk/>
          <pc:sldMk cId="1946560074" sldId="529"/>
        </pc:sldMkLst>
        <pc:picChg chg="add mod modCrop">
          <ac:chgData name="Daisy Van Santberghe" userId="c0aef79d-9824-49d2-a3c7-5109c5fc0114" providerId="ADAL" clId="{717CBBAB-232C-4E04-9E87-9F688F2BE489}" dt="2026-03-04T18:02:34.497" v="1382" actId="1076"/>
          <ac:picMkLst>
            <pc:docMk/>
            <pc:sldMk cId="1946560074" sldId="529"/>
            <ac:picMk id="3" creationId="{ED88BB27-D15E-5364-B027-9914E3B6D670}"/>
          </ac:picMkLst>
        </pc:picChg>
        <pc:picChg chg="add mod">
          <ac:chgData name="Daisy Van Santberghe" userId="c0aef79d-9824-49d2-a3c7-5109c5fc0114" providerId="ADAL" clId="{717CBBAB-232C-4E04-9E87-9F688F2BE489}" dt="2026-03-04T18:02:45.443" v="1386" actId="14100"/>
          <ac:picMkLst>
            <pc:docMk/>
            <pc:sldMk cId="1946560074" sldId="529"/>
            <ac:picMk id="8" creationId="{A3B91760-7CD1-CE8F-8A1C-74C76896A363}"/>
          </ac:picMkLst>
        </pc:picChg>
      </pc:sldChg>
      <pc:sldChg chg="modSp add mod">
        <pc:chgData name="Daisy Van Santberghe" userId="c0aef79d-9824-49d2-a3c7-5109c5fc0114" providerId="ADAL" clId="{717CBBAB-232C-4E04-9E87-9F688F2BE489}" dt="2026-03-04T16:31:14.946" v="333" actId="20577"/>
        <pc:sldMkLst>
          <pc:docMk/>
          <pc:sldMk cId="1350537094" sldId="530"/>
        </pc:sldMkLst>
        <pc:spChg chg="mod">
          <ac:chgData name="Daisy Van Santberghe" userId="c0aef79d-9824-49d2-a3c7-5109c5fc0114" providerId="ADAL" clId="{717CBBAB-232C-4E04-9E87-9F688F2BE489}" dt="2026-03-04T16:31:14.946" v="333" actId="20577"/>
          <ac:spMkLst>
            <pc:docMk/>
            <pc:sldMk cId="1350537094" sldId="530"/>
            <ac:spMk id="2" creationId="{76703CF4-12C6-EE3A-E2CA-B1BDE4865165}"/>
          </ac:spMkLst>
        </pc:spChg>
      </pc:sldChg>
      <pc:sldChg chg="addSp modSp new del mod modAnim">
        <pc:chgData name="Daisy Van Santberghe" userId="c0aef79d-9824-49d2-a3c7-5109c5fc0114" providerId="ADAL" clId="{717CBBAB-232C-4E04-9E87-9F688F2BE489}" dt="2026-03-04T18:13:08.368" v="1411" actId="47"/>
        <pc:sldMkLst>
          <pc:docMk/>
          <pc:sldMk cId="635326819" sldId="531"/>
        </pc:sldMkLst>
        <pc:spChg chg="add mod">
          <ac:chgData name="Daisy Van Santberghe" userId="c0aef79d-9824-49d2-a3c7-5109c5fc0114" providerId="ADAL" clId="{717CBBAB-232C-4E04-9E87-9F688F2BE489}" dt="2026-03-04T16:33:17.274" v="662" actId="255"/>
          <ac:spMkLst>
            <pc:docMk/>
            <pc:sldMk cId="635326819" sldId="531"/>
            <ac:spMk id="2" creationId="{79EA20E4-AD09-5D54-4B5D-64FEE4AFA8B5}"/>
          </ac:spMkLst>
        </pc:spChg>
      </pc:sldChg>
      <pc:sldChg chg="modSp add mod">
        <pc:chgData name="Daisy Van Santberghe" userId="c0aef79d-9824-49d2-a3c7-5109c5fc0114" providerId="ADAL" clId="{717CBBAB-232C-4E04-9E87-9F688F2BE489}" dt="2026-03-04T17:32:17.358" v="905" actId="20577"/>
        <pc:sldMkLst>
          <pc:docMk/>
          <pc:sldMk cId="39016613" sldId="532"/>
        </pc:sldMkLst>
        <pc:spChg chg="mod">
          <ac:chgData name="Daisy Van Santberghe" userId="c0aef79d-9824-49d2-a3c7-5109c5fc0114" providerId="ADAL" clId="{717CBBAB-232C-4E04-9E87-9F688F2BE489}" dt="2026-03-04T17:32:17.358" v="905" actId="20577"/>
          <ac:spMkLst>
            <pc:docMk/>
            <pc:sldMk cId="39016613" sldId="532"/>
            <ac:spMk id="2" creationId="{03849910-4F0D-245F-7DA1-BCBA53D2D862}"/>
          </ac:spMkLst>
        </pc:spChg>
      </pc:sldChg>
      <pc:sldChg chg="addSp modSp new">
        <pc:chgData name="Daisy Van Santberghe" userId="c0aef79d-9824-49d2-a3c7-5109c5fc0114" providerId="ADAL" clId="{717CBBAB-232C-4E04-9E87-9F688F2BE489}" dt="2026-03-04T17:33:05.619" v="907"/>
        <pc:sldMkLst>
          <pc:docMk/>
          <pc:sldMk cId="3681556354" sldId="533"/>
        </pc:sldMkLst>
        <pc:picChg chg="add mod">
          <ac:chgData name="Daisy Van Santberghe" userId="c0aef79d-9824-49d2-a3c7-5109c5fc0114" providerId="ADAL" clId="{717CBBAB-232C-4E04-9E87-9F688F2BE489}" dt="2026-03-04T17:33:05.619" v="907"/>
          <ac:picMkLst>
            <pc:docMk/>
            <pc:sldMk cId="3681556354" sldId="533"/>
            <ac:picMk id="2" creationId="{C442105E-4BA3-148B-D81E-6140E2EE445E}"/>
          </ac:picMkLst>
        </pc:picChg>
      </pc:sldChg>
      <pc:sldChg chg="addSp delSp modSp new mod modAnim modNotesTx">
        <pc:chgData name="Daisy Van Santberghe" userId="c0aef79d-9824-49d2-a3c7-5109c5fc0114" providerId="ADAL" clId="{717CBBAB-232C-4E04-9E87-9F688F2BE489}" dt="2026-03-04T17:36:30.461" v="932" actId="14100"/>
        <pc:sldMkLst>
          <pc:docMk/>
          <pc:sldMk cId="3038141577" sldId="534"/>
        </pc:sldMkLst>
        <pc:picChg chg="add mod modCrop">
          <ac:chgData name="Daisy Van Santberghe" userId="c0aef79d-9824-49d2-a3c7-5109c5fc0114" providerId="ADAL" clId="{717CBBAB-232C-4E04-9E87-9F688F2BE489}" dt="2026-03-04T17:36:30.461" v="932" actId="14100"/>
          <ac:picMkLst>
            <pc:docMk/>
            <pc:sldMk cId="3038141577" sldId="534"/>
            <ac:picMk id="2" creationId="{E19BEF22-673B-565E-0355-3D84A740FE27}"/>
          </ac:picMkLst>
        </pc:picChg>
        <pc:picChg chg="add del mod">
          <ac:chgData name="Daisy Van Santberghe" userId="c0aef79d-9824-49d2-a3c7-5109c5fc0114" providerId="ADAL" clId="{717CBBAB-232C-4E04-9E87-9F688F2BE489}" dt="2026-03-04T17:36:28.033" v="931" actId="21"/>
          <ac:picMkLst>
            <pc:docMk/>
            <pc:sldMk cId="3038141577" sldId="534"/>
            <ac:picMk id="4" creationId="{D94F625C-337E-15AF-7D56-A5BF29529131}"/>
          </ac:picMkLst>
        </pc:picChg>
      </pc:sldChg>
      <pc:sldChg chg="add">
        <pc:chgData name="Daisy Van Santberghe" userId="c0aef79d-9824-49d2-a3c7-5109c5fc0114" providerId="ADAL" clId="{717CBBAB-232C-4E04-9E87-9F688F2BE489}" dt="2026-03-04T17:34:16.857" v="912"/>
        <pc:sldMkLst>
          <pc:docMk/>
          <pc:sldMk cId="4225111819" sldId="540"/>
        </pc:sldMkLst>
      </pc:sldChg>
      <pc:sldChg chg="add">
        <pc:chgData name="Daisy Van Santberghe" userId="c0aef79d-9824-49d2-a3c7-5109c5fc0114" providerId="ADAL" clId="{717CBBAB-232C-4E04-9E87-9F688F2BE489}" dt="2026-03-04T17:34:16.857" v="912"/>
        <pc:sldMkLst>
          <pc:docMk/>
          <pc:sldMk cId="2822461328" sldId="541"/>
        </pc:sldMkLst>
      </pc:sldChg>
      <pc:sldChg chg="addSp modSp new del mod">
        <pc:chgData name="Daisy Van Santberghe" userId="c0aef79d-9824-49d2-a3c7-5109c5fc0114" providerId="ADAL" clId="{717CBBAB-232C-4E04-9E87-9F688F2BE489}" dt="2026-03-04T18:13:25.342" v="1412" actId="47"/>
        <pc:sldMkLst>
          <pc:docMk/>
          <pc:sldMk cId="2139442325" sldId="542"/>
        </pc:sldMkLst>
        <pc:picChg chg="add mod">
          <ac:chgData name="Daisy Van Santberghe" userId="c0aef79d-9824-49d2-a3c7-5109c5fc0114" providerId="ADAL" clId="{717CBBAB-232C-4E04-9E87-9F688F2BE489}" dt="2026-03-04T17:36:40.350" v="937" actId="14100"/>
          <ac:picMkLst>
            <pc:docMk/>
            <pc:sldMk cId="2139442325" sldId="542"/>
            <ac:picMk id="4" creationId="{D94F625C-337E-15AF-7D56-A5BF29529131}"/>
          </ac:picMkLst>
        </pc:picChg>
      </pc:sldChg>
      <pc:sldChg chg="add">
        <pc:chgData name="Daisy Van Santberghe" userId="c0aef79d-9824-49d2-a3c7-5109c5fc0114" providerId="ADAL" clId="{717CBBAB-232C-4E04-9E87-9F688F2BE489}" dt="2026-03-04T17:38:45.962" v="939"/>
        <pc:sldMkLst>
          <pc:docMk/>
          <pc:sldMk cId="981502837" sldId="543"/>
        </pc:sldMkLst>
      </pc:sldChg>
      <pc:sldChg chg="add">
        <pc:chgData name="Daisy Van Santberghe" userId="c0aef79d-9824-49d2-a3c7-5109c5fc0114" providerId="ADAL" clId="{717CBBAB-232C-4E04-9E87-9F688F2BE489}" dt="2026-03-04T18:04:10.003" v="1390"/>
        <pc:sldMkLst>
          <pc:docMk/>
          <pc:sldMk cId="1079500388" sldId="558"/>
        </pc:sldMkLst>
      </pc:sldChg>
      <pc:sldChg chg="add ord">
        <pc:chgData name="Daisy Van Santberghe" userId="c0aef79d-9824-49d2-a3c7-5109c5fc0114" providerId="ADAL" clId="{717CBBAB-232C-4E04-9E87-9F688F2BE489}" dt="2026-03-04T18:07:35.945" v="1396"/>
        <pc:sldMkLst>
          <pc:docMk/>
          <pc:sldMk cId="4078512996" sldId="572"/>
        </pc:sldMkLst>
      </pc:sldChg>
      <pc:sldChg chg="add">
        <pc:chgData name="Daisy Van Santberghe" userId="c0aef79d-9824-49d2-a3c7-5109c5fc0114" providerId="ADAL" clId="{717CBBAB-232C-4E04-9E87-9F688F2BE489}" dt="2026-03-04T17:45:03.891" v="965"/>
        <pc:sldMkLst>
          <pc:docMk/>
          <pc:sldMk cId="520126438" sldId="573"/>
        </pc:sldMkLst>
      </pc:sldChg>
      <pc:sldChg chg="add">
        <pc:chgData name="Daisy Van Santberghe" userId="c0aef79d-9824-49d2-a3c7-5109c5fc0114" providerId="ADAL" clId="{717CBBAB-232C-4E04-9E87-9F688F2BE489}" dt="2026-03-04T17:45:03.891" v="965"/>
        <pc:sldMkLst>
          <pc:docMk/>
          <pc:sldMk cId="2804727574" sldId="574"/>
        </pc:sldMkLst>
      </pc:sldChg>
      <pc:sldChg chg="add">
        <pc:chgData name="Daisy Van Santberghe" userId="c0aef79d-9824-49d2-a3c7-5109c5fc0114" providerId="ADAL" clId="{717CBBAB-232C-4E04-9E87-9F688F2BE489}" dt="2026-03-04T17:43:57.089" v="962"/>
        <pc:sldMkLst>
          <pc:docMk/>
          <pc:sldMk cId="3402285422" sldId="578"/>
        </pc:sldMkLst>
      </pc:sldChg>
      <pc:sldChg chg="add">
        <pc:chgData name="Daisy Van Santberghe" userId="c0aef79d-9824-49d2-a3c7-5109c5fc0114" providerId="ADAL" clId="{717CBBAB-232C-4E04-9E87-9F688F2BE489}" dt="2026-03-04T18:06:52.562" v="1393"/>
        <pc:sldMkLst>
          <pc:docMk/>
          <pc:sldMk cId="2047443691" sldId="585"/>
        </pc:sldMkLst>
      </pc:sldChg>
      <pc:sldChg chg="delSp add del mod delAnim">
        <pc:chgData name="Daisy Van Santberghe" userId="c0aef79d-9824-49d2-a3c7-5109c5fc0114" providerId="ADAL" clId="{717CBBAB-232C-4E04-9E87-9F688F2BE489}" dt="2026-03-04T18:02:51.211" v="1387" actId="47"/>
        <pc:sldMkLst>
          <pc:docMk/>
          <pc:sldMk cId="1581680307" sldId="586"/>
        </pc:sldMkLst>
        <pc:picChg chg="del">
          <ac:chgData name="Daisy Van Santberghe" userId="c0aef79d-9824-49d2-a3c7-5109c5fc0114" providerId="ADAL" clId="{717CBBAB-232C-4E04-9E87-9F688F2BE489}" dt="2026-03-04T18:02:31.366" v="1381" actId="21"/>
          <ac:picMkLst>
            <pc:docMk/>
            <pc:sldMk cId="1581680307" sldId="586"/>
            <ac:picMk id="8" creationId="{A3B91760-7CD1-CE8F-8A1C-74C76896A363}"/>
          </ac:picMkLst>
        </pc:picChg>
      </pc:sldChg>
      <pc:sldChg chg="add del">
        <pc:chgData name="Daisy Van Santberghe" userId="c0aef79d-9824-49d2-a3c7-5109c5fc0114" providerId="ADAL" clId="{717CBBAB-232C-4E04-9E87-9F688F2BE489}" dt="2026-03-04T18:02:57.536" v="1388" actId="47"/>
        <pc:sldMkLst>
          <pc:docMk/>
          <pc:sldMk cId="1670775678" sldId="587"/>
        </pc:sldMkLst>
      </pc:sldChg>
      <pc:sldChg chg="add del">
        <pc:chgData name="Daisy Van Santberghe" userId="c0aef79d-9824-49d2-a3c7-5109c5fc0114" providerId="ADAL" clId="{717CBBAB-232C-4E04-9E87-9F688F2BE489}" dt="2026-03-04T18:02:59.942" v="1389" actId="47"/>
        <pc:sldMkLst>
          <pc:docMk/>
          <pc:sldMk cId="1674149323" sldId="588"/>
        </pc:sldMkLst>
      </pc:sldChg>
      <pc:sldChg chg="add">
        <pc:chgData name="Daisy Van Santberghe" userId="c0aef79d-9824-49d2-a3c7-5109c5fc0114" providerId="ADAL" clId="{717CBBAB-232C-4E04-9E87-9F688F2BE489}" dt="2026-03-04T17:46:34.741" v="987"/>
        <pc:sldMkLst>
          <pc:docMk/>
          <pc:sldMk cId="2698513898" sldId="610"/>
        </pc:sldMkLst>
      </pc:sldChg>
      <pc:sldChg chg="add">
        <pc:chgData name="Daisy Van Santberghe" userId="c0aef79d-9824-49d2-a3c7-5109c5fc0114" providerId="ADAL" clId="{717CBBAB-232C-4E04-9E87-9F688F2BE489}" dt="2026-03-04T17:46:34.741" v="987"/>
        <pc:sldMkLst>
          <pc:docMk/>
          <pc:sldMk cId="2876483141" sldId="611"/>
        </pc:sldMkLst>
      </pc:sldChg>
      <pc:sldChg chg="add">
        <pc:chgData name="Daisy Van Santberghe" userId="c0aef79d-9824-49d2-a3c7-5109c5fc0114" providerId="ADAL" clId="{717CBBAB-232C-4E04-9E87-9F688F2BE489}" dt="2026-03-04T17:46:34.741" v="987"/>
        <pc:sldMkLst>
          <pc:docMk/>
          <pc:sldMk cId="1255709149" sldId="612"/>
        </pc:sldMkLst>
      </pc:sldChg>
      <pc:sldChg chg="add">
        <pc:chgData name="Daisy Van Santberghe" userId="c0aef79d-9824-49d2-a3c7-5109c5fc0114" providerId="ADAL" clId="{717CBBAB-232C-4E04-9E87-9F688F2BE489}" dt="2026-03-04T18:10:09.085" v="1400"/>
        <pc:sldMkLst>
          <pc:docMk/>
          <pc:sldMk cId="4191335412" sldId="618"/>
        </pc:sldMkLst>
      </pc:sldChg>
      <pc:sldChg chg="add">
        <pc:chgData name="Daisy Van Santberghe" userId="c0aef79d-9824-49d2-a3c7-5109c5fc0114" providerId="ADAL" clId="{717CBBAB-232C-4E04-9E87-9F688F2BE489}" dt="2026-03-04T17:39:19.357" v="941"/>
        <pc:sldMkLst>
          <pc:docMk/>
          <pc:sldMk cId="2548209134" sldId="680"/>
        </pc:sldMkLst>
      </pc:sldChg>
      <pc:sldChg chg="add">
        <pc:chgData name="Daisy Van Santberghe" userId="c0aef79d-9824-49d2-a3c7-5109c5fc0114" providerId="ADAL" clId="{717CBBAB-232C-4E04-9E87-9F688F2BE489}" dt="2026-03-04T17:38:25.370" v="938"/>
        <pc:sldMkLst>
          <pc:docMk/>
          <pc:sldMk cId="4230981978" sldId="681"/>
        </pc:sldMkLst>
      </pc:sldChg>
      <pc:sldChg chg="add">
        <pc:chgData name="Daisy Van Santberghe" userId="c0aef79d-9824-49d2-a3c7-5109c5fc0114" providerId="ADAL" clId="{717CBBAB-232C-4E04-9E87-9F688F2BE489}" dt="2026-03-04T17:38:59.071" v="940"/>
        <pc:sldMkLst>
          <pc:docMk/>
          <pc:sldMk cId="91061827" sldId="682"/>
        </pc:sldMkLst>
      </pc:sldChg>
      <pc:sldChg chg="modSp add mod">
        <pc:chgData name="Daisy Van Santberghe" userId="c0aef79d-9824-49d2-a3c7-5109c5fc0114" providerId="ADAL" clId="{717CBBAB-232C-4E04-9E87-9F688F2BE489}" dt="2026-03-04T17:40:24.499" v="954" actId="20577"/>
        <pc:sldMkLst>
          <pc:docMk/>
          <pc:sldMk cId="914126383" sldId="683"/>
        </pc:sldMkLst>
        <pc:spChg chg="mod">
          <ac:chgData name="Daisy Van Santberghe" userId="c0aef79d-9824-49d2-a3c7-5109c5fc0114" providerId="ADAL" clId="{717CBBAB-232C-4E04-9E87-9F688F2BE489}" dt="2026-03-04T17:40:24.499" v="954" actId="20577"/>
          <ac:spMkLst>
            <pc:docMk/>
            <pc:sldMk cId="914126383" sldId="683"/>
            <ac:spMk id="2" creationId="{45863B31-14F4-55C4-5EFB-A1A7ABB606FC}"/>
          </ac:spMkLst>
        </pc:spChg>
      </pc:sldChg>
      <pc:sldChg chg="addSp modSp new">
        <pc:chgData name="Daisy Van Santberghe" userId="c0aef79d-9824-49d2-a3c7-5109c5fc0114" providerId="ADAL" clId="{717CBBAB-232C-4E04-9E87-9F688F2BE489}" dt="2026-03-04T17:43:21.510" v="961"/>
        <pc:sldMkLst>
          <pc:docMk/>
          <pc:sldMk cId="2364678136" sldId="684"/>
        </pc:sldMkLst>
        <pc:picChg chg="add mod">
          <ac:chgData name="Daisy Van Santberghe" userId="c0aef79d-9824-49d2-a3c7-5109c5fc0114" providerId="ADAL" clId="{717CBBAB-232C-4E04-9E87-9F688F2BE489}" dt="2026-03-04T17:43:21.510" v="961"/>
          <ac:picMkLst>
            <pc:docMk/>
            <pc:sldMk cId="2364678136" sldId="684"/>
            <ac:picMk id="2" creationId="{0380563E-66DC-E3E7-1493-DE74CD08AD99}"/>
          </ac:picMkLst>
        </pc:picChg>
      </pc:sldChg>
      <pc:sldChg chg="add del">
        <pc:chgData name="Daisy Van Santberghe" userId="c0aef79d-9824-49d2-a3c7-5109c5fc0114" providerId="ADAL" clId="{717CBBAB-232C-4E04-9E87-9F688F2BE489}" dt="2026-03-04T18:14:34.407" v="1418" actId="2696"/>
        <pc:sldMkLst>
          <pc:docMk/>
          <pc:sldMk cId="3448660931" sldId="685"/>
        </pc:sldMkLst>
      </pc:sldChg>
      <pc:sldChg chg="add">
        <pc:chgData name="Daisy Van Santberghe" userId="c0aef79d-9824-49d2-a3c7-5109c5fc0114" providerId="ADAL" clId="{717CBBAB-232C-4E04-9E87-9F688F2BE489}" dt="2026-03-04T17:44:47.179" v="964"/>
        <pc:sldMkLst>
          <pc:docMk/>
          <pc:sldMk cId="2128159393" sldId="686"/>
        </pc:sldMkLst>
      </pc:sldChg>
      <pc:sldChg chg="add">
        <pc:chgData name="Daisy Van Santberghe" userId="c0aef79d-9824-49d2-a3c7-5109c5fc0114" providerId="ADAL" clId="{717CBBAB-232C-4E04-9E87-9F688F2BE489}" dt="2026-03-04T17:46:05.877" v="966"/>
        <pc:sldMkLst>
          <pc:docMk/>
          <pc:sldMk cId="3320744948" sldId="687"/>
        </pc:sldMkLst>
      </pc:sldChg>
      <pc:sldChg chg="delSp modSp new mod">
        <pc:chgData name="Daisy Van Santberghe" userId="c0aef79d-9824-49d2-a3c7-5109c5fc0114" providerId="ADAL" clId="{717CBBAB-232C-4E04-9E87-9F688F2BE489}" dt="2026-03-04T17:46:18.251" v="986" actId="478"/>
        <pc:sldMkLst>
          <pc:docMk/>
          <pc:sldMk cId="3708218385" sldId="688"/>
        </pc:sldMkLst>
        <pc:spChg chg="mod">
          <ac:chgData name="Daisy Van Santberghe" userId="c0aef79d-9824-49d2-a3c7-5109c5fc0114" providerId="ADAL" clId="{717CBBAB-232C-4E04-9E87-9F688F2BE489}" dt="2026-03-04T17:46:15.974" v="985" actId="20577"/>
          <ac:spMkLst>
            <pc:docMk/>
            <pc:sldMk cId="3708218385" sldId="688"/>
            <ac:spMk id="2" creationId="{887B0729-E96E-8694-D1AA-DC90BB344B09}"/>
          </ac:spMkLst>
        </pc:spChg>
        <pc:spChg chg="del">
          <ac:chgData name="Daisy Van Santberghe" userId="c0aef79d-9824-49d2-a3c7-5109c5fc0114" providerId="ADAL" clId="{717CBBAB-232C-4E04-9E87-9F688F2BE489}" dt="2026-03-04T17:46:18.251" v="986" actId="478"/>
          <ac:spMkLst>
            <pc:docMk/>
            <pc:sldMk cId="3708218385" sldId="688"/>
            <ac:spMk id="3" creationId="{3F8A71C4-70A4-C82E-4008-9DA44E2D76AE}"/>
          </ac:spMkLst>
        </pc:spChg>
      </pc:sldChg>
      <pc:sldChg chg="addSp modSp new del mod modAnim">
        <pc:chgData name="Daisy Van Santberghe" userId="c0aef79d-9824-49d2-a3c7-5109c5fc0114" providerId="ADAL" clId="{717CBBAB-232C-4E04-9E87-9F688F2BE489}" dt="2026-03-04T18:14:06.072" v="1414" actId="47"/>
        <pc:sldMkLst>
          <pc:docMk/>
          <pc:sldMk cId="3587894536" sldId="689"/>
        </pc:sldMkLst>
        <pc:spChg chg="add mod">
          <ac:chgData name="Daisy Van Santberghe" userId="c0aef79d-9824-49d2-a3c7-5109c5fc0114" providerId="ADAL" clId="{717CBBAB-232C-4E04-9E87-9F688F2BE489}" dt="2026-03-04T17:49:12.576" v="1274" actId="20577"/>
          <ac:spMkLst>
            <pc:docMk/>
            <pc:sldMk cId="3587894536" sldId="689"/>
            <ac:spMk id="2" creationId="{8475182A-1AEA-0304-A4CC-02B084BDD2F5}"/>
          </ac:spMkLst>
        </pc:spChg>
      </pc:sldChg>
      <pc:sldChg chg="add del">
        <pc:chgData name="Daisy Van Santberghe" userId="c0aef79d-9824-49d2-a3c7-5109c5fc0114" providerId="ADAL" clId="{717CBBAB-232C-4E04-9E87-9F688F2BE489}" dt="2026-03-04T18:14:13.196" v="1415" actId="47"/>
        <pc:sldMkLst>
          <pc:docMk/>
          <pc:sldMk cId="2030769293" sldId="735"/>
        </pc:sldMkLst>
      </pc:sldChg>
      <pc:sldChg chg="add del">
        <pc:chgData name="Daisy Van Santberghe" userId="c0aef79d-9824-49d2-a3c7-5109c5fc0114" providerId="ADAL" clId="{717CBBAB-232C-4E04-9E87-9F688F2BE489}" dt="2026-03-04T17:53:27.187" v="1276" actId="47"/>
        <pc:sldMkLst>
          <pc:docMk/>
          <pc:sldMk cId="2000721866" sldId="736"/>
        </pc:sldMkLst>
      </pc:sldChg>
      <pc:sldChg chg="add del">
        <pc:chgData name="Daisy Van Santberghe" userId="c0aef79d-9824-49d2-a3c7-5109c5fc0114" providerId="ADAL" clId="{717CBBAB-232C-4E04-9E87-9F688F2BE489}" dt="2026-03-04T17:53:27.187" v="1276" actId="47"/>
        <pc:sldMkLst>
          <pc:docMk/>
          <pc:sldMk cId="3853587456" sldId="737"/>
        </pc:sldMkLst>
      </pc:sldChg>
      <pc:sldChg chg="add del">
        <pc:chgData name="Daisy Van Santberghe" userId="c0aef79d-9824-49d2-a3c7-5109c5fc0114" providerId="ADAL" clId="{717CBBAB-232C-4E04-9E87-9F688F2BE489}" dt="2026-03-04T17:53:27.187" v="1276" actId="47"/>
        <pc:sldMkLst>
          <pc:docMk/>
          <pc:sldMk cId="2346705509" sldId="738"/>
        </pc:sldMkLst>
      </pc:sldChg>
      <pc:sldChg chg="add del">
        <pc:chgData name="Daisy Van Santberghe" userId="c0aef79d-9824-49d2-a3c7-5109c5fc0114" providerId="ADAL" clId="{717CBBAB-232C-4E04-9E87-9F688F2BE489}" dt="2026-03-04T17:53:27.187" v="1276" actId="47"/>
        <pc:sldMkLst>
          <pc:docMk/>
          <pc:sldMk cId="888540869" sldId="739"/>
        </pc:sldMkLst>
      </pc:sldChg>
      <pc:sldChg chg="add del">
        <pc:chgData name="Daisy Van Santberghe" userId="c0aef79d-9824-49d2-a3c7-5109c5fc0114" providerId="ADAL" clId="{717CBBAB-232C-4E04-9E87-9F688F2BE489}" dt="2026-03-04T17:53:27.199" v="1277" actId="47"/>
        <pc:sldMkLst>
          <pc:docMk/>
          <pc:sldMk cId="2516397588" sldId="740"/>
        </pc:sldMkLst>
      </pc:sldChg>
      <pc:sldChg chg="add del">
        <pc:chgData name="Daisy Van Santberghe" userId="c0aef79d-9824-49d2-a3c7-5109c5fc0114" providerId="ADAL" clId="{717CBBAB-232C-4E04-9E87-9F688F2BE489}" dt="2026-03-04T18:14:13.196" v="1415" actId="47"/>
        <pc:sldMkLst>
          <pc:docMk/>
          <pc:sldMk cId="4017056298" sldId="741"/>
        </pc:sldMkLst>
      </pc:sldChg>
      <pc:sldChg chg="add del">
        <pc:chgData name="Daisy Van Santberghe" userId="c0aef79d-9824-49d2-a3c7-5109c5fc0114" providerId="ADAL" clId="{717CBBAB-232C-4E04-9E87-9F688F2BE489}" dt="2026-03-04T18:14:13.196" v="1415" actId="47"/>
        <pc:sldMkLst>
          <pc:docMk/>
          <pc:sldMk cId="1359350573" sldId="742"/>
        </pc:sldMkLst>
      </pc:sldChg>
      <pc:sldChg chg="add del">
        <pc:chgData name="Daisy Van Santberghe" userId="c0aef79d-9824-49d2-a3c7-5109c5fc0114" providerId="ADAL" clId="{717CBBAB-232C-4E04-9E87-9F688F2BE489}" dt="2026-03-04T18:14:13.196" v="1415" actId="47"/>
        <pc:sldMkLst>
          <pc:docMk/>
          <pc:sldMk cId="107480167" sldId="743"/>
        </pc:sldMkLst>
      </pc:sldChg>
      <pc:sldChg chg="add del">
        <pc:chgData name="Daisy Van Santberghe" userId="c0aef79d-9824-49d2-a3c7-5109c5fc0114" providerId="ADAL" clId="{717CBBAB-232C-4E04-9E87-9F688F2BE489}" dt="2026-03-04T18:14:13.196" v="1415" actId="47"/>
        <pc:sldMkLst>
          <pc:docMk/>
          <pc:sldMk cId="870619819" sldId="744"/>
        </pc:sldMkLst>
      </pc:sldChg>
      <pc:sldChg chg="modSp add del mod">
        <pc:chgData name="Daisy Van Santberghe" userId="c0aef79d-9824-49d2-a3c7-5109c5fc0114" providerId="ADAL" clId="{717CBBAB-232C-4E04-9E87-9F688F2BE489}" dt="2026-03-04T18:00:17.106" v="1288"/>
        <pc:sldMkLst>
          <pc:docMk/>
          <pc:sldMk cId="1210558945" sldId="745"/>
        </pc:sldMkLst>
        <pc:spChg chg="mod">
          <ac:chgData name="Daisy Van Santberghe" userId="c0aef79d-9824-49d2-a3c7-5109c5fc0114" providerId="ADAL" clId="{717CBBAB-232C-4E04-9E87-9F688F2BE489}" dt="2026-03-04T18:00:16.804" v="1287" actId="20577"/>
          <ac:spMkLst>
            <pc:docMk/>
            <pc:sldMk cId="1210558945" sldId="745"/>
            <ac:spMk id="2" creationId="{66BCE8E2-313B-1933-1C8D-EFC609B75336}"/>
          </ac:spMkLst>
        </pc:spChg>
      </pc:sldChg>
      <pc:sldChg chg="modSp add mod">
        <pc:chgData name="Daisy Van Santberghe" userId="c0aef79d-9824-49d2-a3c7-5109c5fc0114" providerId="ADAL" clId="{717CBBAB-232C-4E04-9E87-9F688F2BE489}" dt="2026-03-04T18:01:26.994" v="1369" actId="20577"/>
        <pc:sldMkLst>
          <pc:docMk/>
          <pc:sldMk cId="1442949121" sldId="745"/>
        </pc:sldMkLst>
        <pc:spChg chg="mod">
          <ac:chgData name="Daisy Van Santberghe" userId="c0aef79d-9824-49d2-a3c7-5109c5fc0114" providerId="ADAL" clId="{717CBBAB-232C-4E04-9E87-9F688F2BE489}" dt="2026-03-04T18:01:26.994" v="1369" actId="20577"/>
          <ac:spMkLst>
            <pc:docMk/>
            <pc:sldMk cId="1442949121" sldId="745"/>
            <ac:spMk id="2" creationId="{F081B27A-9E27-1334-4979-BB5154C30EA2}"/>
          </ac:spMkLst>
        </pc:spChg>
      </pc:sldChg>
      <pc:sldChg chg="add">
        <pc:chgData name="Daisy Van Santberghe" userId="c0aef79d-9824-49d2-a3c7-5109c5fc0114" providerId="ADAL" clId="{717CBBAB-232C-4E04-9E87-9F688F2BE489}" dt="2026-03-04T18:04:40.868" v="1391"/>
        <pc:sldMkLst>
          <pc:docMk/>
          <pc:sldMk cId="3916556555" sldId="746"/>
        </pc:sldMkLst>
      </pc:sldChg>
      <pc:sldChg chg="add">
        <pc:chgData name="Daisy Van Santberghe" userId="c0aef79d-9824-49d2-a3c7-5109c5fc0114" providerId="ADAL" clId="{717CBBAB-232C-4E04-9E87-9F688F2BE489}" dt="2026-03-04T18:04:40.868" v="1391"/>
        <pc:sldMkLst>
          <pc:docMk/>
          <pc:sldMk cId="913122409" sldId="747"/>
        </pc:sldMkLst>
      </pc:sldChg>
      <pc:sldChg chg="add">
        <pc:chgData name="Daisy Van Santberghe" userId="c0aef79d-9824-49d2-a3c7-5109c5fc0114" providerId="ADAL" clId="{717CBBAB-232C-4E04-9E87-9F688F2BE489}" dt="2026-03-04T18:04:51.414" v="1392"/>
        <pc:sldMkLst>
          <pc:docMk/>
          <pc:sldMk cId="3757678405" sldId="748"/>
        </pc:sldMkLst>
      </pc:sldChg>
      <pc:sldChg chg="delSp modSp add mod modAnim">
        <pc:chgData name="Daisy Van Santberghe" userId="c0aef79d-9824-49d2-a3c7-5109c5fc0114" providerId="ADAL" clId="{717CBBAB-232C-4E04-9E87-9F688F2BE489}" dt="2026-03-04T18:12:24.838" v="1404" actId="1076"/>
        <pc:sldMkLst>
          <pc:docMk/>
          <pc:sldMk cId="3256315648" sldId="749"/>
        </pc:sldMkLst>
        <pc:spChg chg="del mod">
          <ac:chgData name="Daisy Van Santberghe" userId="c0aef79d-9824-49d2-a3c7-5109c5fc0114" providerId="ADAL" clId="{717CBBAB-232C-4E04-9E87-9F688F2BE489}" dt="2026-03-04T18:12:21.241" v="1402" actId="478"/>
          <ac:spMkLst>
            <pc:docMk/>
            <pc:sldMk cId="3256315648" sldId="749"/>
            <ac:spMk id="2" creationId="{E69A906D-9A40-6E18-5BBA-9E9D2823B9F6}"/>
          </ac:spMkLst>
        </pc:spChg>
        <pc:picChg chg="mod">
          <ac:chgData name="Daisy Van Santberghe" userId="c0aef79d-9824-49d2-a3c7-5109c5fc0114" providerId="ADAL" clId="{717CBBAB-232C-4E04-9E87-9F688F2BE489}" dt="2026-03-04T18:12:22.662" v="1403" actId="1076"/>
          <ac:picMkLst>
            <pc:docMk/>
            <pc:sldMk cId="3256315648" sldId="749"/>
            <ac:picMk id="4" creationId="{ECEDA080-212D-DB44-276C-81BB2D04D145}"/>
          </ac:picMkLst>
        </pc:picChg>
        <pc:picChg chg="mod">
          <ac:chgData name="Daisy Van Santberghe" userId="c0aef79d-9824-49d2-a3c7-5109c5fc0114" providerId="ADAL" clId="{717CBBAB-232C-4E04-9E87-9F688F2BE489}" dt="2026-03-04T18:12:24.838" v="1404" actId="1076"/>
          <ac:picMkLst>
            <pc:docMk/>
            <pc:sldMk cId="3256315648" sldId="749"/>
            <ac:picMk id="6" creationId="{B4A06474-9C17-B41B-636B-0C4643BB1F03}"/>
          </ac:picMkLst>
        </pc:picChg>
      </pc:sldChg>
      <pc:sldChg chg="new del">
        <pc:chgData name="Daisy Van Santberghe" userId="c0aef79d-9824-49d2-a3c7-5109c5fc0114" providerId="ADAL" clId="{717CBBAB-232C-4E04-9E87-9F688F2BE489}" dt="2026-03-04T18:12:31.097" v="1405" actId="47"/>
        <pc:sldMkLst>
          <pc:docMk/>
          <pc:sldMk cId="1937151764" sldId="75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05T12:00:40.7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24575,'719'0'-1365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537D2-46CD-4DFC-9AFA-986AC386E0C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fr-FR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B7D72-9DB8-414A-A496-430ABDBB633D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67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764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008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https://create.kahoot.it/details/aa2419c5-97d3-43cc-9f97-79dbbfd4fa21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1634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Page 157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043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s0C22kIqu44?start=298&amp;feature=oembed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D7E4E-4DBB-EDA4-C1E8-9ACC101E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Préparation</a:t>
            </a:r>
            <a:r>
              <a:rPr lang="nl-BE" dirty="0"/>
              <a:t> pour</a:t>
            </a:r>
            <a:br>
              <a:rPr lang="nl-BE" dirty="0"/>
            </a:br>
            <a:r>
              <a:rPr lang="nl-BE" dirty="0" err="1"/>
              <a:t>l’examen</a:t>
            </a:r>
            <a:r>
              <a:rPr lang="nl-BE" dirty="0"/>
              <a:t> de </a:t>
            </a:r>
            <a:r>
              <a:rPr lang="nl-BE" dirty="0" err="1"/>
              <a:t>pâques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43031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633C45D5-C91B-FAA0-0446-9BDF4093E704}"/>
              </a:ext>
            </a:extLst>
          </p:cNvPr>
          <p:cNvSpPr txBox="1"/>
          <p:nvPr/>
        </p:nvSpPr>
        <p:spPr>
          <a:xfrm>
            <a:off x="134911" y="209862"/>
            <a:ext cx="116323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fr-FR" sz="4000" dirty="0"/>
          </a:p>
          <a:p>
            <a:pPr marL="342900" indent="-342900">
              <a:buAutoNum type="arabicPeriod"/>
            </a:pPr>
            <a:r>
              <a:rPr lang="fr-FR" sz="4000" dirty="0"/>
              <a:t>Il faut apprendre le vocabulaire de manière plus approfondie.</a:t>
            </a:r>
          </a:p>
          <a:p>
            <a:pPr marL="342900" indent="-342900">
              <a:buAutoNum type="arabicPeriod"/>
            </a:pPr>
            <a:r>
              <a:rPr lang="fr-FR" sz="4000" dirty="0"/>
              <a:t>Regardez les structures dans votre livre!!!</a:t>
            </a:r>
          </a:p>
          <a:p>
            <a:pPr marL="342900" indent="-342900">
              <a:buAutoNum type="arabicPeriod"/>
            </a:pPr>
            <a:r>
              <a:rPr lang="fr-FR" sz="4000" dirty="0"/>
              <a:t>Refaites les exercices, repassez vos tests, faites des exercices supplémentaires.</a:t>
            </a:r>
            <a:endParaRPr lang="nl-BE" dirty="0"/>
          </a:p>
          <a:p>
            <a:endParaRPr lang="nl-BE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7824A16-8317-41E2-C87F-5DE201AF9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475613"/>
              </p:ext>
            </p:extLst>
          </p:nvPr>
        </p:nvGraphicFramePr>
        <p:xfrm>
          <a:off x="-46038" y="53975"/>
          <a:ext cx="2028826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-object" showAsIcon="1" r:id="rId2" imgW="2028729" imgH="514178" progId="Package">
                  <p:embed/>
                </p:oleObj>
              </mc:Choice>
              <mc:Fallback>
                <p:oleObj name="Packager Shell-object" showAsIcon="1" r:id="rId2" imgW="2028729" imgH="514178" progId="Package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57824A16-8317-41E2-C87F-5DE201AF9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46038" y="53975"/>
                        <a:ext cx="2028826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5265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5D9C7B3-677E-079B-1C45-35AC90DF0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05" y="119026"/>
            <a:ext cx="9362314" cy="661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5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ECEDA080-212D-DB44-276C-81BB2D04D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21" y="857457"/>
            <a:ext cx="4527151" cy="4049847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B4A06474-9C17-B41B-636B-0C4643BB1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806" y="911829"/>
            <a:ext cx="4607498" cy="39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1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68F7-F40A-4ECB-3067-49BF2796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81B27A-9E27-1334-4979-BB5154C3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77600"/>
            <a:ext cx="8991600" cy="1645920"/>
          </a:xfrm>
        </p:spPr>
        <p:txBody>
          <a:bodyPr/>
          <a:lstStyle/>
          <a:p>
            <a:r>
              <a:rPr lang="nl-BE" dirty="0"/>
              <a:t>Le passé </a:t>
            </a:r>
            <a:r>
              <a:rPr lang="nl-BE" dirty="0" err="1"/>
              <a:t>composé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42949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554340-AA9D-341E-5E36-23243F5D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60154"/>
            <a:ext cx="7729728" cy="1188720"/>
          </a:xfrm>
        </p:spPr>
        <p:txBody>
          <a:bodyPr/>
          <a:lstStyle/>
          <a:p>
            <a:r>
              <a:rPr lang="nl-BE" dirty="0"/>
              <a:t>Le passé </a:t>
            </a:r>
            <a:r>
              <a:rPr lang="nl-BE" dirty="0" err="1"/>
              <a:t>composé</a:t>
            </a:r>
            <a:endParaRPr lang="nl-BE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5988DB8F-DC76-57C3-BF41-A2DAAF7AE0DC}"/>
              </a:ext>
            </a:extLst>
          </p:cNvPr>
          <p:cNvSpPr txBox="1"/>
          <p:nvPr/>
        </p:nvSpPr>
        <p:spPr>
          <a:xfrm>
            <a:off x="242341" y="1708878"/>
            <a:ext cx="117073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800" b="1" dirty="0" err="1">
                <a:highlight>
                  <a:srgbClr val="FFFF00"/>
                </a:highlight>
              </a:rPr>
              <a:t>L’auxiliaire</a:t>
            </a:r>
            <a:r>
              <a:rPr lang="nl-BE" sz="2800" b="1" dirty="0">
                <a:highlight>
                  <a:srgbClr val="FFFF00"/>
                </a:highlight>
              </a:rPr>
              <a:t>: </a:t>
            </a:r>
            <a:r>
              <a:rPr lang="nl-BE" sz="2800" dirty="0"/>
              <a:t>hulpwoord</a:t>
            </a:r>
          </a:p>
          <a:p>
            <a:endParaRPr lang="nl-BE" sz="2800" dirty="0"/>
          </a:p>
          <a:p>
            <a:endParaRPr lang="nl-BE" sz="2800" dirty="0"/>
          </a:p>
          <a:p>
            <a:r>
              <a:rPr lang="nl-BE" sz="2800" dirty="0" err="1"/>
              <a:t>J’ai</a:t>
            </a:r>
            <a:r>
              <a:rPr lang="nl-BE" sz="2800" dirty="0"/>
              <a:t>… (ik heb) + </a:t>
            </a:r>
          </a:p>
          <a:p>
            <a:r>
              <a:rPr lang="nl-BE" sz="2800" dirty="0"/>
              <a:t>Je suis (ik ben) + </a:t>
            </a:r>
          </a:p>
          <a:p>
            <a:endParaRPr lang="nl-BE" sz="2800" dirty="0"/>
          </a:p>
          <a:p>
            <a:r>
              <a:rPr lang="nl-BE" sz="2800" dirty="0"/>
              <a:t>+ </a:t>
            </a:r>
            <a:r>
              <a:rPr lang="nl-BE" sz="2800" b="1" dirty="0" err="1">
                <a:highlight>
                  <a:srgbClr val="FFFF00"/>
                </a:highlight>
              </a:rPr>
              <a:t>le</a:t>
            </a:r>
            <a:r>
              <a:rPr lang="nl-BE" sz="2800" b="1" dirty="0">
                <a:highlight>
                  <a:srgbClr val="FFFF00"/>
                </a:highlight>
              </a:rPr>
              <a:t> </a:t>
            </a:r>
            <a:r>
              <a:rPr lang="nl-BE" sz="2800" b="1" dirty="0" err="1">
                <a:highlight>
                  <a:srgbClr val="FFFF00"/>
                </a:highlight>
              </a:rPr>
              <a:t>participe</a:t>
            </a:r>
            <a:r>
              <a:rPr lang="nl-BE" sz="2800" b="1" dirty="0">
                <a:highlight>
                  <a:srgbClr val="FFFF00"/>
                </a:highlight>
              </a:rPr>
              <a:t> passé </a:t>
            </a:r>
            <a:r>
              <a:rPr lang="nl-BE" sz="2800" dirty="0"/>
              <a:t>(voltooid deelwoord)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8D45C6EF-A3AA-5B9B-BD9D-916E00DBDB03}"/>
              </a:ext>
            </a:extLst>
          </p:cNvPr>
          <p:cNvSpPr txBox="1"/>
          <p:nvPr/>
        </p:nvSpPr>
        <p:spPr>
          <a:xfrm>
            <a:off x="8357616" y="1708878"/>
            <a:ext cx="34655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dirty="0"/>
              <a:t>er: +</a:t>
            </a:r>
            <a:r>
              <a:rPr lang="nl-BE" sz="4000" b="1" dirty="0"/>
              <a:t>é</a:t>
            </a:r>
          </a:p>
          <a:p>
            <a:r>
              <a:rPr lang="nl-BE" sz="4000" dirty="0" err="1"/>
              <a:t>J’ai</a:t>
            </a:r>
            <a:r>
              <a:rPr lang="nl-BE" sz="4000" dirty="0"/>
              <a:t> </a:t>
            </a:r>
            <a:r>
              <a:rPr lang="nl-BE" sz="4000" dirty="0" err="1"/>
              <a:t>mangé</a:t>
            </a:r>
            <a:endParaRPr lang="nl-BE" sz="4000" dirty="0"/>
          </a:p>
          <a:p>
            <a:endParaRPr lang="nl-BE" sz="4000" dirty="0"/>
          </a:p>
          <a:p>
            <a:r>
              <a:rPr lang="nl-BE" sz="4000" dirty="0"/>
              <a:t>ir: + </a:t>
            </a:r>
            <a:r>
              <a:rPr lang="nl-BE" sz="4000" b="1" dirty="0"/>
              <a:t>i</a:t>
            </a:r>
          </a:p>
          <a:p>
            <a:r>
              <a:rPr lang="nl-BE" sz="4000" dirty="0" err="1"/>
              <a:t>J’ai</a:t>
            </a:r>
            <a:r>
              <a:rPr lang="nl-BE" sz="4000" dirty="0"/>
              <a:t> fini</a:t>
            </a:r>
          </a:p>
          <a:p>
            <a:endParaRPr lang="nl-BE" sz="4000" dirty="0"/>
          </a:p>
          <a:p>
            <a:r>
              <a:rPr lang="nl-BE" sz="4000" dirty="0"/>
              <a:t>re: + </a:t>
            </a:r>
            <a:r>
              <a:rPr lang="nl-BE" sz="4000" b="1" dirty="0"/>
              <a:t>u</a:t>
            </a:r>
          </a:p>
          <a:p>
            <a:r>
              <a:rPr lang="nl-BE" sz="4000" dirty="0" err="1"/>
              <a:t>J’ai</a:t>
            </a:r>
            <a:r>
              <a:rPr lang="nl-BE" sz="4000" dirty="0"/>
              <a:t> </a:t>
            </a:r>
            <a:r>
              <a:rPr lang="nl-BE" sz="4000" dirty="0" err="1"/>
              <a:t>attendu</a:t>
            </a:r>
            <a:r>
              <a:rPr lang="nl-BE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114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B23E05E-A563-7C32-6E62-2550C33D7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2"/>
          <a:stretch/>
        </p:blipFill>
        <p:spPr>
          <a:xfrm>
            <a:off x="1992833" y="717479"/>
            <a:ext cx="8206334" cy="520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76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ED88BB27-D15E-5364-B027-9914E3B6D6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53"/>
          <a:stretch>
            <a:fillRect/>
          </a:stretch>
        </p:blipFill>
        <p:spPr>
          <a:xfrm>
            <a:off x="170401" y="206829"/>
            <a:ext cx="11851197" cy="3094155"/>
          </a:xfrm>
          <a:prstGeom prst="rect">
            <a:avLst/>
          </a:prstGeom>
        </p:spPr>
      </p:pic>
      <p:pic>
        <p:nvPicPr>
          <p:cNvPr id="8" name="Afbeelding 7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A3B91760-7CD1-CE8F-8A1C-74C76896A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049" y="3653638"/>
            <a:ext cx="9784063" cy="175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6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26162-B6D3-C4DF-941F-44776153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03CF4-12C6-EE3A-E2CA-B1BDE486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L’Indicatif</a:t>
            </a:r>
            <a:r>
              <a:rPr lang="nl-BE" dirty="0"/>
              <a:t> présent</a:t>
            </a:r>
          </a:p>
        </p:txBody>
      </p:sp>
    </p:spTree>
    <p:extLst>
      <p:ext uri="{BB962C8B-B14F-4D97-AF65-F5344CB8AC3E}">
        <p14:creationId xmlns:p14="http://schemas.microsoft.com/office/powerpoint/2010/main" val="135053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316F7FC-4429-06BE-B99D-3D89238D0F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48" t="14471" r="846" b="-665"/>
          <a:stretch/>
        </p:blipFill>
        <p:spPr>
          <a:xfrm>
            <a:off x="221695" y="0"/>
            <a:ext cx="9993235" cy="4395537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32E39575-B381-6A7B-CEDF-25A9D4347AA5}"/>
              </a:ext>
            </a:extLst>
          </p:cNvPr>
          <p:cNvSpPr txBox="1"/>
          <p:nvPr/>
        </p:nvSpPr>
        <p:spPr>
          <a:xfrm>
            <a:off x="6674095" y="4473477"/>
            <a:ext cx="37290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dirty="0"/>
              <a:t>Singulier: enkelvoud</a:t>
            </a:r>
          </a:p>
          <a:p>
            <a:r>
              <a:rPr lang="nl-BE" sz="3200" dirty="0" err="1"/>
              <a:t>Pluriel</a:t>
            </a:r>
            <a:r>
              <a:rPr lang="nl-BE" sz="3200" dirty="0"/>
              <a:t>: meervoud</a:t>
            </a:r>
          </a:p>
          <a:p>
            <a:r>
              <a:rPr lang="nl-BE" sz="3200" dirty="0" err="1"/>
              <a:t>Masculin</a:t>
            </a:r>
            <a:r>
              <a:rPr lang="nl-BE" sz="3200" dirty="0"/>
              <a:t>: mannelijk</a:t>
            </a:r>
          </a:p>
          <a:p>
            <a:r>
              <a:rPr lang="nl-BE" sz="3200" dirty="0" err="1"/>
              <a:t>Féminin</a:t>
            </a:r>
            <a:r>
              <a:rPr lang="nl-BE" sz="3200" dirty="0"/>
              <a:t>: vrouwelijk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82EA913E-DC03-48CB-9E3C-57D6C1504AC1}"/>
              </a:ext>
            </a:extLst>
          </p:cNvPr>
          <p:cNvSpPr txBox="1"/>
          <p:nvPr/>
        </p:nvSpPr>
        <p:spPr>
          <a:xfrm>
            <a:off x="408970" y="4473477"/>
            <a:ext cx="76449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dirty="0" err="1"/>
              <a:t>Être</a:t>
            </a:r>
            <a:r>
              <a:rPr lang="nl-BE" sz="3200" dirty="0"/>
              <a:t>: zijn, </a:t>
            </a:r>
          </a:p>
          <a:p>
            <a:r>
              <a:rPr lang="nl-BE" sz="3200" dirty="0" err="1"/>
              <a:t>Avoir</a:t>
            </a:r>
            <a:r>
              <a:rPr lang="nl-BE" sz="3200" dirty="0"/>
              <a:t>: hebben</a:t>
            </a:r>
          </a:p>
          <a:p>
            <a:r>
              <a:rPr lang="nl-BE" sz="3200" dirty="0"/>
              <a:t>Faire: doen/maken</a:t>
            </a:r>
          </a:p>
          <a:p>
            <a:r>
              <a:rPr lang="nl-BE" sz="3200" dirty="0"/>
              <a:t>Aller: gaan</a:t>
            </a:r>
          </a:p>
          <a:p>
            <a:endParaRPr lang="nl-BE" sz="32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E4833831-5AC5-7932-D871-32BDAB54BD2A}"/>
              </a:ext>
            </a:extLst>
          </p:cNvPr>
          <p:cNvSpPr txBox="1"/>
          <p:nvPr/>
        </p:nvSpPr>
        <p:spPr>
          <a:xfrm>
            <a:off x="10403173" y="1545541"/>
            <a:ext cx="1567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On= men</a:t>
            </a:r>
          </a:p>
        </p:txBody>
      </p:sp>
    </p:spTree>
    <p:extLst>
      <p:ext uri="{BB962C8B-B14F-4D97-AF65-F5344CB8AC3E}">
        <p14:creationId xmlns:p14="http://schemas.microsoft.com/office/powerpoint/2010/main" val="298285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8474A810-9CD4-E9F8-133F-5298163FCFB1}"/>
              </a:ext>
            </a:extLst>
          </p:cNvPr>
          <p:cNvSpPr txBox="1"/>
          <p:nvPr/>
        </p:nvSpPr>
        <p:spPr>
          <a:xfrm>
            <a:off x="429768" y="71735"/>
            <a:ext cx="11128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5400" dirty="0" err="1"/>
              <a:t>Parler</a:t>
            </a:r>
            <a:r>
              <a:rPr lang="nl-BE" sz="5400" dirty="0"/>
              <a:t>: praten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66B2090-269E-875E-DB89-4AD120925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962" y="2514386"/>
            <a:ext cx="2301368" cy="2953726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6A327F34-4766-7104-B827-00B1A9AC5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17" y="6257794"/>
            <a:ext cx="6074702" cy="38075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3A806174-F254-5725-8F3B-E597523C2D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09"/>
          <a:stretch/>
        </p:blipFill>
        <p:spPr>
          <a:xfrm>
            <a:off x="1220801" y="1185316"/>
            <a:ext cx="5821392" cy="448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1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B4DAF430-0115-4104-D2EF-665D0C0BE6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4" r="5565"/>
          <a:stretch/>
        </p:blipFill>
        <p:spPr>
          <a:xfrm>
            <a:off x="175170" y="2176272"/>
            <a:ext cx="6937248" cy="3497166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1E7A2E2C-3A46-AE93-E2CE-BB97462B6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745" y="2176272"/>
            <a:ext cx="4709085" cy="339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24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70ED7BD-9993-199E-C32D-0B6869106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411"/>
          <a:stretch>
            <a:fillRect/>
          </a:stretch>
        </p:blipFill>
        <p:spPr>
          <a:xfrm>
            <a:off x="3715363" y="576836"/>
            <a:ext cx="5282333" cy="570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5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082B2C3-85E7-AF62-F08E-624EF0471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5"/>
          <a:stretch/>
        </p:blipFill>
        <p:spPr>
          <a:xfrm>
            <a:off x="642006" y="614597"/>
            <a:ext cx="9870665" cy="586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22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453EDDF2-9215-8028-85CD-CD7EA20DE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57" y="591540"/>
            <a:ext cx="11193937" cy="544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78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02CE-6564-EE96-1ADF-F83415B4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49910-4F0D-245F-7DA1-BCBA53D2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Les </a:t>
            </a:r>
            <a:r>
              <a:rPr lang="nl-BE" dirty="0" err="1"/>
              <a:t>articles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016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4D00EB5C-559E-4D94-BC8E-D63E1A1F714E}"/>
              </a:ext>
            </a:extLst>
          </p:cNvPr>
          <p:cNvGraphicFramePr>
            <a:graphicFrameLocks noGrp="1"/>
          </p:cNvGraphicFramePr>
          <p:nvPr/>
        </p:nvGraphicFramePr>
        <p:xfrm>
          <a:off x="987552" y="287020"/>
          <a:ext cx="9172448" cy="506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448">
                  <a:extLst>
                    <a:ext uri="{9D8B030D-6E8A-4147-A177-3AD203B41FA5}">
                      <a16:colId xmlns:a16="http://schemas.microsoft.com/office/drawing/2014/main" val="29555090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113161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979430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91626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32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 b="1" dirty="0"/>
                        <a:t>Les </a:t>
                      </a:r>
                      <a:r>
                        <a:rPr lang="nl-BE" sz="2000" b="1" dirty="0" err="1"/>
                        <a:t>articles</a:t>
                      </a:r>
                      <a:r>
                        <a:rPr lang="nl-BE" sz="2000" b="1" dirty="0"/>
                        <a:t> </a:t>
                      </a:r>
                      <a:r>
                        <a:rPr lang="nl-BE" sz="2000" b="1" dirty="0" err="1"/>
                        <a:t>indéfinis</a:t>
                      </a:r>
                      <a:endParaRPr lang="nl-B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/>
                        <a:t>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 err="1"/>
                        <a:t>une</a:t>
                      </a:r>
                      <a:endParaRPr lang="nl-B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/>
                        <a:t>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5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BE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Un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/>
                        <a:t>musée</a:t>
                      </a:r>
                      <a:endParaRPr lang="nl-B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 err="1">
                          <a:solidFill>
                            <a:srgbClr val="0070C0"/>
                          </a:solidFill>
                        </a:rPr>
                        <a:t>Une</a:t>
                      </a:r>
                      <a:r>
                        <a:rPr lang="nl-BE" sz="2000" dirty="0"/>
                        <a:t> tour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Des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/>
                        <a:t>enfants</a:t>
                      </a:r>
                      <a:endParaRPr lang="nl-B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87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 b="1" dirty="0"/>
                        <a:t>Les </a:t>
                      </a:r>
                      <a:r>
                        <a:rPr lang="nl-BE" sz="2000" b="1" dirty="0" err="1"/>
                        <a:t>articles</a:t>
                      </a:r>
                      <a:r>
                        <a:rPr lang="nl-BE" sz="2000" b="1" dirty="0"/>
                        <a:t> </a:t>
                      </a:r>
                      <a:r>
                        <a:rPr lang="nl-BE" sz="2000" b="1" dirty="0" err="1"/>
                        <a:t>définis</a:t>
                      </a:r>
                      <a:endParaRPr lang="nl-B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 err="1"/>
                        <a:t>le</a:t>
                      </a:r>
                      <a:r>
                        <a:rPr lang="nl-BE" sz="2000" b="1" dirty="0"/>
                        <a:t> (l’)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/>
                        <a:t>la (l’)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/>
                        <a:t>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25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B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Le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/>
                        <a:t>musée</a:t>
                      </a:r>
                      <a:r>
                        <a:rPr lang="nl-BE" sz="2000" dirty="0"/>
                        <a:t> du Louvre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La </a:t>
                      </a:r>
                      <a:r>
                        <a:rPr lang="nl-BE" sz="2000" dirty="0"/>
                        <a:t>tour Eiffel</a:t>
                      </a:r>
                    </a:p>
                    <a:p>
                      <a:r>
                        <a:rPr lang="nl-BE" sz="2000" dirty="0" err="1">
                          <a:solidFill>
                            <a:srgbClr val="0093D2"/>
                          </a:solidFill>
                        </a:rPr>
                        <a:t>L’</a:t>
                      </a:r>
                      <a:r>
                        <a:rPr lang="nl-BE" sz="2000" dirty="0" err="1"/>
                        <a:t>avion</a:t>
                      </a:r>
                      <a:endParaRPr lang="nl-B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Les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/>
                        <a:t>enfants</a:t>
                      </a:r>
                      <a:r>
                        <a:rPr lang="nl-BE" sz="2000" dirty="0"/>
                        <a:t> des </a:t>
                      </a:r>
                      <a:r>
                        <a:rPr lang="nl-BE" sz="2000" dirty="0" err="1"/>
                        <a:t>voisins</a:t>
                      </a:r>
                      <a:endParaRPr lang="nl-B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26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 b="1" dirty="0"/>
                        <a:t>Les </a:t>
                      </a:r>
                      <a:r>
                        <a:rPr lang="nl-BE" sz="2000" b="1" dirty="0" err="1"/>
                        <a:t>articles</a:t>
                      </a:r>
                      <a:r>
                        <a:rPr lang="nl-BE" sz="2000" b="1" dirty="0"/>
                        <a:t> </a:t>
                      </a:r>
                      <a:r>
                        <a:rPr lang="nl-BE" sz="2000" b="1" dirty="0" err="1"/>
                        <a:t>contractés</a:t>
                      </a:r>
                      <a:endParaRPr lang="nl-B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/>
                        <a:t>au / 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/>
                        <a:t>à la / de 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 err="1"/>
                        <a:t>aux</a:t>
                      </a:r>
                      <a:r>
                        <a:rPr lang="nl-BE" sz="2000" b="1" dirty="0"/>
                        <a:t> / 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674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B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/>
                        <a:t>Je </a:t>
                      </a:r>
                      <a:r>
                        <a:rPr lang="nl-BE" sz="2000" dirty="0" err="1"/>
                        <a:t>parle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au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/>
                        <a:t>professeur</a:t>
                      </a:r>
                      <a:endParaRPr lang="nl-BE" sz="2000" dirty="0"/>
                    </a:p>
                    <a:p>
                      <a:r>
                        <a:rPr lang="nl-BE" sz="2000" dirty="0"/>
                        <a:t>Je </a:t>
                      </a:r>
                      <a:r>
                        <a:rPr lang="nl-BE" sz="2000" dirty="0" err="1"/>
                        <a:t>parle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du</a:t>
                      </a:r>
                      <a:r>
                        <a:rPr lang="nl-BE" sz="2000" dirty="0"/>
                        <a:t>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/>
                        <a:t>Je </a:t>
                      </a:r>
                      <a:r>
                        <a:rPr lang="nl-BE" sz="2000" dirty="0" err="1"/>
                        <a:t>vais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à la </a:t>
                      </a:r>
                      <a:r>
                        <a:rPr lang="nl-BE" sz="2000" dirty="0" err="1"/>
                        <a:t>plage</a:t>
                      </a:r>
                      <a:endParaRPr lang="nl-BE" sz="2000" dirty="0"/>
                    </a:p>
                    <a:p>
                      <a:r>
                        <a:rPr lang="nl-BE" sz="2000" dirty="0"/>
                        <a:t>Je </a:t>
                      </a:r>
                      <a:r>
                        <a:rPr lang="nl-BE" sz="2000" dirty="0" err="1"/>
                        <a:t>parle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de la </a:t>
                      </a:r>
                      <a:r>
                        <a:rPr lang="nl-BE" sz="2000" dirty="0" err="1"/>
                        <a:t>voisine</a:t>
                      </a:r>
                      <a:endParaRPr lang="nl-B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/>
                        <a:t>Je </a:t>
                      </a:r>
                      <a:r>
                        <a:rPr lang="nl-BE" sz="2000" dirty="0" err="1"/>
                        <a:t>parle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>
                          <a:solidFill>
                            <a:srgbClr val="0070C0"/>
                          </a:solidFill>
                        </a:rPr>
                        <a:t>aux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/>
                        <a:t>professeurs</a:t>
                      </a:r>
                      <a:endParaRPr lang="nl-BE" sz="2000" dirty="0"/>
                    </a:p>
                    <a:p>
                      <a:r>
                        <a:rPr lang="nl-BE" sz="2000" dirty="0"/>
                        <a:t>Je </a:t>
                      </a:r>
                      <a:r>
                        <a:rPr lang="nl-BE" sz="2000" dirty="0" err="1"/>
                        <a:t>parle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des</a:t>
                      </a:r>
                      <a:r>
                        <a:rPr lang="nl-BE" sz="2000" dirty="0"/>
                        <a:t> chats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192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 b="1" dirty="0"/>
                        <a:t>Les </a:t>
                      </a:r>
                      <a:r>
                        <a:rPr lang="nl-BE" sz="2000" b="1" dirty="0" err="1"/>
                        <a:t>articles</a:t>
                      </a:r>
                      <a:r>
                        <a:rPr lang="nl-BE" sz="2000" b="1" dirty="0"/>
                        <a:t> </a:t>
                      </a:r>
                      <a:r>
                        <a:rPr lang="nl-BE" sz="2000" b="1" dirty="0" err="1"/>
                        <a:t>partitifs</a:t>
                      </a:r>
                      <a:endParaRPr lang="nl-B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/>
                        <a:t>du / de l’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/>
                        <a:t>de la / de l’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dirty="0"/>
                        <a:t>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211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B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/>
                        <a:t>Je </a:t>
                      </a:r>
                      <a:r>
                        <a:rPr lang="nl-BE" sz="2000" dirty="0" err="1"/>
                        <a:t>voudrais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du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/>
                        <a:t>lait</a:t>
                      </a:r>
                      <a:endParaRPr lang="nl-BE" sz="2000" dirty="0"/>
                    </a:p>
                    <a:p>
                      <a:r>
                        <a:rPr lang="nl-BE" sz="2000" dirty="0"/>
                        <a:t>Je </a:t>
                      </a:r>
                      <a:r>
                        <a:rPr lang="nl-BE" sz="2000" dirty="0" err="1"/>
                        <a:t>voudrais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de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>
                          <a:solidFill>
                            <a:srgbClr val="0070C0"/>
                          </a:solidFill>
                        </a:rPr>
                        <a:t>l’</a:t>
                      </a:r>
                      <a:r>
                        <a:rPr lang="nl-BE" sz="2000" dirty="0" err="1"/>
                        <a:t>argent</a:t>
                      </a:r>
                      <a:endParaRPr lang="nl-B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 err="1"/>
                        <a:t>Il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/>
                        <a:t>mange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de la </a:t>
                      </a:r>
                      <a:r>
                        <a:rPr lang="nl-BE" sz="2000" dirty="0" err="1"/>
                        <a:t>viande</a:t>
                      </a:r>
                      <a:endParaRPr lang="nl-BE" sz="2000" dirty="0"/>
                    </a:p>
                    <a:p>
                      <a:r>
                        <a:rPr lang="nl-BE" sz="2000" dirty="0" err="1"/>
                        <a:t>Il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/>
                        <a:t>boit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de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 err="1">
                          <a:solidFill>
                            <a:srgbClr val="0070C0"/>
                          </a:solidFill>
                        </a:rPr>
                        <a:t>l’</a:t>
                      </a:r>
                      <a:r>
                        <a:rPr lang="nl-BE" sz="2000" dirty="0" err="1"/>
                        <a:t>eau</a:t>
                      </a:r>
                      <a:endParaRPr lang="nl-B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dirty="0"/>
                        <a:t>On </a:t>
                      </a:r>
                      <a:r>
                        <a:rPr lang="nl-BE" sz="2000" dirty="0" err="1"/>
                        <a:t>mange</a:t>
                      </a:r>
                      <a:r>
                        <a:rPr lang="nl-BE" sz="2000" dirty="0"/>
                        <a:t> </a:t>
                      </a:r>
                      <a:r>
                        <a:rPr lang="nl-BE" sz="2000" dirty="0">
                          <a:solidFill>
                            <a:srgbClr val="0070C0"/>
                          </a:solidFill>
                        </a:rPr>
                        <a:t>des</a:t>
                      </a:r>
                      <a:r>
                        <a:rPr lang="nl-BE" sz="2000" dirty="0"/>
                        <a:t> frites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105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44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C442105E-4BA3-148B-D81E-6140E2EE4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421" y="1257188"/>
            <a:ext cx="8903158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55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E19BEF22-673B-565E-0355-3D84A740FE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78" r="24898"/>
          <a:stretch>
            <a:fillRect/>
          </a:stretch>
        </p:blipFill>
        <p:spPr>
          <a:xfrm>
            <a:off x="150051" y="284934"/>
            <a:ext cx="10781377" cy="615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4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AA213087-CAE9-AF95-00F5-5C87E363B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27372"/>
          <a:stretch>
            <a:fillRect/>
          </a:stretch>
        </p:blipFill>
        <p:spPr>
          <a:xfrm>
            <a:off x="1653629" y="276893"/>
            <a:ext cx="9274199" cy="457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02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F5951CE4-71E4-1184-F59E-76420678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095" r="21465"/>
          <a:stretch>
            <a:fillRect/>
          </a:stretch>
        </p:blipFill>
        <p:spPr>
          <a:xfrm>
            <a:off x="663372" y="1051559"/>
            <a:ext cx="10108260" cy="244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1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5AF4BB-A777-ED7A-39C9-11D3CFAE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4488"/>
            <a:ext cx="7729728" cy="1188720"/>
          </a:xfrm>
        </p:spPr>
        <p:txBody>
          <a:bodyPr/>
          <a:lstStyle/>
          <a:p>
            <a:r>
              <a:rPr lang="nl-BE" dirty="0"/>
              <a:t>Aimer + </a:t>
            </a:r>
            <a:r>
              <a:rPr lang="nl-BE" dirty="0" err="1"/>
              <a:t>le</a:t>
            </a:r>
            <a:r>
              <a:rPr lang="nl-BE" dirty="0"/>
              <a:t>/la/l’/les + nom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41B7EC6-2695-4921-79CF-E268C2ACF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0" y="1622123"/>
            <a:ext cx="11407324" cy="3355924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29747F91-8E29-F0E3-E056-7DF59EBE8B26}"/>
              </a:ext>
            </a:extLst>
          </p:cNvPr>
          <p:cNvSpPr txBox="1"/>
          <p:nvPr/>
        </p:nvSpPr>
        <p:spPr>
          <a:xfrm>
            <a:off x="624590" y="5106962"/>
            <a:ext cx="109428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>
                <a:solidFill>
                  <a:srgbClr val="FF0000"/>
                </a:solidFill>
              </a:rPr>
              <a:t>Aimer</a:t>
            </a:r>
            <a:r>
              <a:rPr lang="nl-BE" sz="3600" dirty="0"/>
              <a:t> + </a:t>
            </a:r>
            <a:r>
              <a:rPr lang="nl-BE" sz="3600" dirty="0" err="1"/>
              <a:t>le</a:t>
            </a:r>
            <a:r>
              <a:rPr lang="nl-BE" sz="3600" dirty="0"/>
              <a:t>, la, l’, les + nom</a:t>
            </a:r>
          </a:p>
          <a:p>
            <a:r>
              <a:rPr lang="nl-BE" sz="3600" dirty="0">
                <a:solidFill>
                  <a:srgbClr val="FF0000"/>
                </a:solidFill>
              </a:rPr>
              <a:t>Faire de</a:t>
            </a:r>
            <a:r>
              <a:rPr lang="nl-BE" sz="3600" dirty="0"/>
              <a:t> (du, de la, de l’, des) + nom (</a:t>
            </a:r>
            <a:r>
              <a:rPr lang="nl-BE" sz="3600" dirty="0" err="1"/>
              <a:t>z.n</a:t>
            </a:r>
            <a:r>
              <a:rPr lang="nl-BE" sz="3600" dirty="0"/>
              <a:t>.)</a:t>
            </a:r>
          </a:p>
          <a:p>
            <a:r>
              <a:rPr lang="nl-BE" sz="3600" dirty="0">
                <a:solidFill>
                  <a:srgbClr val="FF0000"/>
                </a:solidFill>
              </a:rPr>
              <a:t>Aller + à</a:t>
            </a:r>
          </a:p>
        </p:txBody>
      </p:sp>
    </p:spTree>
    <p:extLst>
      <p:ext uri="{BB962C8B-B14F-4D97-AF65-F5344CB8AC3E}">
        <p14:creationId xmlns:p14="http://schemas.microsoft.com/office/powerpoint/2010/main" val="308126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6F6FDCE0-ABF8-5E58-1260-1C793E7A8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909" y="600777"/>
            <a:ext cx="10140217" cy="526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11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3744FC19-CD7B-FB19-5746-3E6F3C52C6FC}"/>
              </a:ext>
            </a:extLst>
          </p:cNvPr>
          <p:cNvSpPr txBox="1"/>
          <p:nvPr/>
        </p:nvSpPr>
        <p:spPr>
          <a:xfrm>
            <a:off x="2270910" y="1080314"/>
            <a:ext cx="83045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 err="1"/>
              <a:t>Préférer</a:t>
            </a:r>
            <a:r>
              <a:rPr lang="nl-BE" sz="3600" dirty="0"/>
              <a:t>: verkiezen</a:t>
            </a:r>
          </a:p>
          <a:p>
            <a:r>
              <a:rPr lang="nl-BE" sz="3600" dirty="0" err="1"/>
              <a:t>Aimer</a:t>
            </a:r>
            <a:r>
              <a:rPr lang="nl-BE" sz="3600" dirty="0"/>
              <a:t>: houden van</a:t>
            </a:r>
          </a:p>
          <a:p>
            <a:r>
              <a:rPr lang="nl-BE" sz="3600" dirty="0" err="1"/>
              <a:t>Adorer</a:t>
            </a:r>
            <a:r>
              <a:rPr lang="nl-BE" sz="3600" dirty="0"/>
              <a:t>: dol zijn op</a:t>
            </a:r>
          </a:p>
          <a:p>
            <a:r>
              <a:rPr lang="nl-BE" sz="3600" dirty="0" err="1"/>
              <a:t>Détester</a:t>
            </a:r>
            <a:r>
              <a:rPr lang="nl-BE" sz="3600" dirty="0"/>
              <a:t>: haten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72779803-BD1C-FDF0-B43D-1A6573349886}"/>
              </a:ext>
            </a:extLst>
          </p:cNvPr>
          <p:cNvSpPr/>
          <p:nvPr/>
        </p:nvSpPr>
        <p:spPr>
          <a:xfrm>
            <a:off x="8039725" y="633784"/>
            <a:ext cx="739305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</a:t>
            </a:r>
          </a:p>
          <a:p>
            <a:pPr algn="ctr"/>
            <a:r>
              <a:rPr lang="nl-NL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</a:t>
            </a:r>
          </a:p>
          <a:p>
            <a:pPr algn="ctr"/>
            <a:r>
              <a:rPr lang="nl-NL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</a:t>
            </a:r>
          </a:p>
          <a:p>
            <a:pPr algn="ctr"/>
            <a:r>
              <a:rPr lang="nl-NL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</a:t>
            </a:r>
            <a:endParaRPr lang="nl-NL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A5AF4BB-A777-ED7A-39C9-11D3CFAEC661}"/>
              </a:ext>
            </a:extLst>
          </p:cNvPr>
          <p:cNvSpPr txBox="1">
            <a:spLocks/>
          </p:cNvSpPr>
          <p:nvPr/>
        </p:nvSpPr>
        <p:spPr>
          <a:xfrm>
            <a:off x="1394086" y="5035496"/>
            <a:ext cx="9181375" cy="11887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 sz="6600" dirty="0"/>
              <a:t>+ </a:t>
            </a:r>
            <a:r>
              <a:rPr lang="nl-BE" sz="6600" dirty="0" err="1"/>
              <a:t>le</a:t>
            </a:r>
            <a:r>
              <a:rPr lang="nl-BE" sz="6600" dirty="0"/>
              <a:t>/la/l’/les + nom</a:t>
            </a:r>
          </a:p>
        </p:txBody>
      </p:sp>
    </p:spTree>
    <p:extLst>
      <p:ext uri="{BB962C8B-B14F-4D97-AF65-F5344CB8AC3E}">
        <p14:creationId xmlns:p14="http://schemas.microsoft.com/office/powerpoint/2010/main" val="282246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58DEE38E-3FC5-F2C3-12EE-CA4AA8C72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44" y="121742"/>
            <a:ext cx="11527711" cy="285005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2CC2CA84-29C0-D4F1-0029-9617B2A2A2DB}"/>
              </a:ext>
            </a:extLst>
          </p:cNvPr>
          <p:cNvSpPr txBox="1"/>
          <p:nvPr/>
        </p:nvSpPr>
        <p:spPr>
          <a:xfrm>
            <a:off x="320594" y="3328416"/>
            <a:ext cx="119415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/>
              <a:t>Jouer </a:t>
            </a:r>
            <a:r>
              <a:rPr lang="nl-BE" sz="3600" b="1" dirty="0"/>
              <a:t>à</a:t>
            </a:r>
            <a:r>
              <a:rPr lang="nl-BE" sz="3600" dirty="0"/>
              <a:t> + sport/spel</a:t>
            </a:r>
          </a:p>
          <a:p>
            <a:r>
              <a:rPr lang="nl-BE" sz="3600" dirty="0"/>
              <a:t>Jouer </a:t>
            </a:r>
            <a:r>
              <a:rPr lang="nl-BE" sz="3600" b="1" dirty="0"/>
              <a:t>de</a:t>
            </a:r>
            <a:r>
              <a:rPr lang="nl-BE" sz="3600" dirty="0"/>
              <a:t> + instrument de </a:t>
            </a:r>
            <a:r>
              <a:rPr lang="nl-BE" sz="3600" dirty="0" err="1"/>
              <a:t>musique</a:t>
            </a:r>
            <a:endParaRPr lang="nl-BE" sz="3600" dirty="0"/>
          </a:p>
          <a:p>
            <a:endParaRPr lang="nl-BE" sz="3600" dirty="0"/>
          </a:p>
          <a:p>
            <a:r>
              <a:rPr lang="nl-BE" sz="3600" dirty="0"/>
              <a:t>Faire de</a:t>
            </a:r>
          </a:p>
          <a:p>
            <a:r>
              <a:rPr lang="nl-BE" sz="3600" dirty="0"/>
              <a:t>Aller à</a:t>
            </a:r>
          </a:p>
          <a:p>
            <a:r>
              <a:rPr lang="nl-BE" sz="3600" dirty="0" err="1"/>
              <a:t>Aimer</a:t>
            </a:r>
            <a:r>
              <a:rPr lang="nl-BE" sz="3600" dirty="0"/>
              <a:t>/</a:t>
            </a:r>
            <a:r>
              <a:rPr lang="nl-BE" sz="3600" dirty="0" err="1"/>
              <a:t>adorer</a:t>
            </a:r>
            <a:r>
              <a:rPr lang="nl-BE" sz="3600" dirty="0"/>
              <a:t>/</a:t>
            </a:r>
            <a:r>
              <a:rPr lang="nl-BE" sz="3600" dirty="0" err="1"/>
              <a:t>détester</a:t>
            </a:r>
            <a:r>
              <a:rPr lang="nl-BE" sz="3600" dirty="0"/>
              <a:t>/</a:t>
            </a:r>
            <a:r>
              <a:rPr lang="nl-BE" sz="3600" dirty="0" err="1"/>
              <a:t>préférer</a:t>
            </a:r>
            <a:r>
              <a:rPr lang="nl-BE" sz="3600" dirty="0"/>
              <a:t> + </a:t>
            </a:r>
            <a:r>
              <a:rPr lang="nl-BE" sz="3600" dirty="0" err="1"/>
              <a:t>le</a:t>
            </a:r>
            <a:r>
              <a:rPr lang="nl-BE" sz="3600" dirty="0"/>
              <a:t>, la, l’, les (</a:t>
            </a:r>
            <a:r>
              <a:rPr lang="nl-BE" sz="3600" dirty="0" err="1"/>
              <a:t>article</a:t>
            </a:r>
            <a:r>
              <a:rPr lang="nl-BE" sz="3600" dirty="0"/>
              <a:t> </a:t>
            </a:r>
            <a:r>
              <a:rPr lang="nl-BE" sz="3600" dirty="0" err="1"/>
              <a:t>défini</a:t>
            </a:r>
            <a:r>
              <a:rPr lang="nl-BE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098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42F91-5614-B3A4-7916-254E3495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688" y="178308"/>
            <a:ext cx="7729728" cy="1188720"/>
          </a:xfrm>
        </p:spPr>
        <p:txBody>
          <a:bodyPr/>
          <a:lstStyle/>
          <a:p>
            <a:r>
              <a:rPr lang="nl-BE" dirty="0"/>
              <a:t>Jouer à-de / faire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92212FE1-3362-C57F-D807-0376F98E34E4}"/>
              </a:ext>
            </a:extLst>
          </p:cNvPr>
          <p:cNvSpPr txBox="1"/>
          <p:nvPr/>
        </p:nvSpPr>
        <p:spPr>
          <a:xfrm>
            <a:off x="420624" y="1700784"/>
            <a:ext cx="111008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du piano</a:t>
            </a:r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au tennis</a:t>
            </a:r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au basket</a:t>
            </a:r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faire du shopping</a:t>
            </a:r>
          </a:p>
          <a:p>
            <a:endParaRPr lang="nl-BE" sz="3600" dirty="0"/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de la </a:t>
            </a:r>
            <a:r>
              <a:rPr lang="nl-BE" sz="3600" dirty="0" err="1"/>
              <a:t>guitare</a:t>
            </a:r>
            <a:endParaRPr lang="nl-BE" sz="3600" dirty="0"/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</a:t>
            </a:r>
            <a:r>
              <a:rPr lang="nl-BE" sz="3600" dirty="0" err="1"/>
              <a:t>aux</a:t>
            </a:r>
            <a:r>
              <a:rPr lang="nl-BE" sz="3600" dirty="0"/>
              <a:t> </a:t>
            </a:r>
            <a:r>
              <a:rPr lang="nl-BE" sz="3600" dirty="0" err="1"/>
              <a:t>jeux</a:t>
            </a:r>
            <a:r>
              <a:rPr lang="nl-BE" sz="3600" dirty="0"/>
              <a:t> </a:t>
            </a:r>
            <a:r>
              <a:rPr lang="nl-BE" sz="3600" dirty="0" err="1"/>
              <a:t>vidéos</a:t>
            </a:r>
            <a:endParaRPr lang="nl-BE" sz="3600" dirty="0"/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</a:t>
            </a:r>
            <a:r>
              <a:rPr lang="nl-BE" sz="3600" dirty="0" err="1"/>
              <a:t>aux</a:t>
            </a:r>
            <a:r>
              <a:rPr lang="nl-BE" sz="3600" dirty="0"/>
              <a:t> cartes</a:t>
            </a:r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faire du </a:t>
            </a:r>
            <a:r>
              <a:rPr lang="nl-BE" sz="3600" dirty="0" err="1"/>
              <a:t>cheval</a:t>
            </a:r>
            <a:r>
              <a:rPr lang="nl-BE" sz="3600" dirty="0"/>
              <a:t> / de </a:t>
            </a:r>
            <a:r>
              <a:rPr lang="nl-BE" sz="3600" dirty="0" err="1"/>
              <a:t>l’équitation</a:t>
            </a:r>
            <a:endParaRPr lang="nl-BE" sz="3600" dirty="0"/>
          </a:p>
        </p:txBody>
      </p:sp>
    </p:spTree>
    <p:extLst>
      <p:ext uri="{BB962C8B-B14F-4D97-AF65-F5344CB8AC3E}">
        <p14:creationId xmlns:p14="http://schemas.microsoft.com/office/powerpoint/2010/main" val="254820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C9B10-5978-232C-E8EE-A43867161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La </a:t>
            </a:r>
            <a:r>
              <a:rPr lang="nl-BE" dirty="0" err="1"/>
              <a:t>négation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4238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B74EABB4-7AEF-F87B-A8AE-63A15966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410" y="1724106"/>
            <a:ext cx="8049748" cy="4839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t 6">
                <a:extLst>
                  <a:ext uri="{FF2B5EF4-FFF2-40B4-BE49-F238E27FC236}">
                    <a16:creationId xmlns:a16="http://schemas.microsoft.com/office/drawing/2014/main" id="{85EBA440-42FF-89A3-600E-2D8187D63DF2}"/>
                  </a:ext>
                </a:extLst>
              </p14:cNvPr>
              <p14:cNvContentPartPr/>
              <p14:nvPr/>
            </p14:nvContentPartPr>
            <p14:xfrm>
              <a:off x="8064283" y="2547968"/>
              <a:ext cx="259200" cy="360"/>
            </p14:xfrm>
          </p:contentPart>
        </mc:Choice>
        <mc:Fallback xmlns="">
          <p:pic>
            <p:nvPicPr>
              <p:cNvPr id="7" name="Inkt 6">
                <a:extLst>
                  <a:ext uri="{FF2B5EF4-FFF2-40B4-BE49-F238E27FC236}">
                    <a16:creationId xmlns:a16="http://schemas.microsoft.com/office/drawing/2014/main" id="{85EBA440-42FF-89A3-600E-2D8187D63D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01283" y="2484968"/>
                <a:ext cx="38484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E22B677E-1D00-7AEE-094E-33B1503406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16" y="294519"/>
            <a:ext cx="9421542" cy="129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15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73BF3474-EC7C-A647-7253-6EA170DD8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09" y="335306"/>
            <a:ext cx="10789871" cy="563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1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D27C-EAB5-DADB-983E-0E0F5666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63B31-14F4-55C4-5EFB-A1A7ABB6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La question</a:t>
            </a:r>
          </a:p>
        </p:txBody>
      </p:sp>
    </p:spTree>
    <p:extLst>
      <p:ext uri="{BB962C8B-B14F-4D97-AF65-F5344CB8AC3E}">
        <p14:creationId xmlns:p14="http://schemas.microsoft.com/office/powerpoint/2010/main" val="914126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C129CC-C19A-274C-9EEE-35D0FA10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152" y="54789"/>
            <a:ext cx="7729728" cy="1188720"/>
          </a:xfrm>
        </p:spPr>
        <p:txBody>
          <a:bodyPr/>
          <a:lstStyle/>
          <a:p>
            <a:r>
              <a:rPr lang="nl-BE" dirty="0"/>
              <a:t>La Question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8D91D72-F36A-2235-E1B2-D9598C3C2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44" y="1638300"/>
            <a:ext cx="9721946" cy="3043775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8BA7580E-A8EF-F828-818D-C2C5C873F179}"/>
              </a:ext>
            </a:extLst>
          </p:cNvPr>
          <p:cNvSpPr txBox="1"/>
          <p:nvPr/>
        </p:nvSpPr>
        <p:spPr>
          <a:xfrm>
            <a:off x="351444" y="4512039"/>
            <a:ext cx="112209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/>
              <a:t>Est-</a:t>
            </a:r>
            <a:r>
              <a:rPr lang="nl-BE" sz="3600" dirty="0" err="1"/>
              <a:t>ce</a:t>
            </a:r>
            <a:r>
              <a:rPr lang="nl-BE" sz="3600" dirty="0"/>
              <a:t> que tu </a:t>
            </a:r>
            <a:r>
              <a:rPr lang="nl-BE" sz="3600" dirty="0" err="1"/>
              <a:t>habites</a:t>
            </a:r>
            <a:r>
              <a:rPr lang="nl-BE" sz="3600" dirty="0"/>
              <a:t> à Bruxelles?</a:t>
            </a:r>
          </a:p>
          <a:p>
            <a:endParaRPr lang="nl-BE" sz="3600" dirty="0"/>
          </a:p>
          <a:p>
            <a:r>
              <a:rPr lang="nl-BE" sz="3600" dirty="0"/>
              <a:t>Tu as des </a:t>
            </a:r>
            <a:r>
              <a:rPr lang="nl-BE" sz="3600" dirty="0" err="1"/>
              <a:t>frères</a:t>
            </a:r>
            <a:r>
              <a:rPr lang="nl-BE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8111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6BD2A3C9-134C-B593-C7F7-481BBF92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76" y="464189"/>
            <a:ext cx="10873379" cy="422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00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2691F1D-7EED-8887-8590-89F793762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868" y="119706"/>
            <a:ext cx="8344706" cy="616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44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82E41A09-443E-5545-8390-6A3C555BB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26" y="300305"/>
            <a:ext cx="10576347" cy="3128695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DC8C0B53-F374-BFE6-33D1-3717ED98925B}"/>
              </a:ext>
            </a:extLst>
          </p:cNvPr>
          <p:cNvSpPr txBox="1"/>
          <p:nvPr/>
        </p:nvSpPr>
        <p:spPr>
          <a:xfrm>
            <a:off x="807826" y="3987384"/>
            <a:ext cx="107046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dirty="0">
                <a:solidFill>
                  <a:srgbClr val="0070C0"/>
                </a:solidFill>
              </a:rPr>
              <a:t>Wie: </a:t>
            </a:r>
            <a:r>
              <a:rPr lang="nl-BE" sz="4400" b="1" dirty="0" err="1"/>
              <a:t>qui</a:t>
            </a:r>
            <a:endParaRPr lang="nl-BE" sz="4400" b="1" dirty="0"/>
          </a:p>
          <a:p>
            <a:endParaRPr lang="nl-BE" sz="4400" dirty="0"/>
          </a:p>
          <a:p>
            <a:r>
              <a:rPr lang="nl-BE" sz="4400" b="1" dirty="0" err="1"/>
              <a:t>Qui</a:t>
            </a:r>
            <a:r>
              <a:rPr lang="nl-BE" sz="4400" dirty="0"/>
              <a:t> </a:t>
            </a:r>
            <a:r>
              <a:rPr lang="nl-BE" sz="4400" dirty="0" err="1"/>
              <a:t>est-ce</a:t>
            </a:r>
            <a:r>
              <a:rPr lang="nl-BE" sz="4400" dirty="0"/>
              <a:t> que tu </a:t>
            </a:r>
            <a:r>
              <a:rPr lang="nl-BE" sz="4400" dirty="0" err="1"/>
              <a:t>aimes</a:t>
            </a:r>
            <a:r>
              <a:rPr lang="nl-BE" sz="4400" dirty="0"/>
              <a:t>?    Tu </a:t>
            </a:r>
            <a:r>
              <a:rPr lang="nl-BE" sz="4400" dirty="0" err="1"/>
              <a:t>aimes</a:t>
            </a:r>
            <a:r>
              <a:rPr lang="nl-BE" sz="4400" dirty="0"/>
              <a:t> </a:t>
            </a:r>
            <a:r>
              <a:rPr lang="nl-BE" sz="4400" b="1" dirty="0" err="1"/>
              <a:t>qui</a:t>
            </a:r>
            <a:r>
              <a:rPr lang="nl-BE" sz="4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08805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8807705-1AB0-7D2D-74E1-A7ACD9634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1298613"/>
            <a:ext cx="10831437" cy="543000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650104F-860C-F72D-2ABF-A4390D054E07}"/>
              </a:ext>
            </a:extLst>
          </p:cNvPr>
          <p:cNvSpPr txBox="1"/>
          <p:nvPr/>
        </p:nvSpPr>
        <p:spPr>
          <a:xfrm>
            <a:off x="680281" y="284758"/>
            <a:ext cx="99534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b="1" dirty="0"/>
              <a:t>VRAAGWOORDEN</a:t>
            </a:r>
          </a:p>
        </p:txBody>
      </p:sp>
    </p:spTree>
    <p:extLst>
      <p:ext uri="{BB962C8B-B14F-4D97-AF65-F5344CB8AC3E}">
        <p14:creationId xmlns:p14="http://schemas.microsoft.com/office/powerpoint/2010/main" val="26985138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02DFE1-4169-C5DC-4AB7-EA069738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5772" y="215184"/>
            <a:ext cx="6313258" cy="624266"/>
          </a:xfrm>
        </p:spPr>
        <p:txBody>
          <a:bodyPr>
            <a:normAutofit fontScale="90000"/>
          </a:bodyPr>
          <a:lstStyle/>
          <a:p>
            <a:r>
              <a:rPr lang="nl-BE" dirty="0" err="1"/>
              <a:t>Kahoot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299DC58-D8D5-C5D1-6D8B-684025966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772" y="1640428"/>
            <a:ext cx="6425472" cy="438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09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media 1" title="La question avec mot interrogatif">
            <a:hlinkClick r:id="" action="ppaction://media"/>
            <a:extLst>
              <a:ext uri="{FF2B5EF4-FFF2-40B4-BE49-F238E27FC236}">
                <a16:creationId xmlns:a16="http://schemas.microsoft.com/office/drawing/2014/main" id="{C7123715-55CC-7528-A31F-8C98A9F1DBA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8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3CE52BE-E687-FB1C-D91E-F331899F9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09" y="1127542"/>
            <a:ext cx="10241093" cy="5573061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3AAE6D81-798A-6F54-07D8-E55C73749F3D}"/>
              </a:ext>
            </a:extLst>
          </p:cNvPr>
          <p:cNvSpPr txBox="1"/>
          <p:nvPr/>
        </p:nvSpPr>
        <p:spPr>
          <a:xfrm>
            <a:off x="2983043" y="157397"/>
            <a:ext cx="7510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b="1" dirty="0"/>
              <a:t>Un </a:t>
            </a:r>
            <a:r>
              <a:rPr lang="nl-BE" sz="4400" b="1" dirty="0" err="1"/>
              <a:t>adjectif</a:t>
            </a:r>
            <a:r>
              <a:rPr lang="nl-BE" sz="4400" b="1" dirty="0"/>
              <a:t> </a:t>
            </a:r>
            <a:r>
              <a:rPr lang="nl-BE" sz="4400" b="1" dirty="0" err="1"/>
              <a:t>interrogatif</a:t>
            </a:r>
            <a:endParaRPr lang="nl-BE" sz="4400" b="1" dirty="0"/>
          </a:p>
        </p:txBody>
      </p:sp>
    </p:spTree>
    <p:extLst>
      <p:ext uri="{BB962C8B-B14F-4D97-AF65-F5344CB8AC3E}">
        <p14:creationId xmlns:p14="http://schemas.microsoft.com/office/powerpoint/2010/main" val="4191335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B0729-E96E-8694-D1AA-DC90BB34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Structures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08218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0380563E-66DC-E3E7-1493-DE74CD08A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88" y="294691"/>
            <a:ext cx="11767965" cy="347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781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F6B9D4E5-B1F9-7295-4880-BA93629FA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510" y="819016"/>
            <a:ext cx="9334980" cy="52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854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85832248-533A-E118-10B4-BA7EDF377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46" y="452847"/>
            <a:ext cx="8836681" cy="5952305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9A2EF87A-2790-31FE-8A6E-74BBD10666F5}"/>
              </a:ext>
            </a:extLst>
          </p:cNvPr>
          <p:cNvSpPr txBox="1"/>
          <p:nvPr/>
        </p:nvSpPr>
        <p:spPr>
          <a:xfrm>
            <a:off x="9383843" y="719528"/>
            <a:ext cx="2233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dirty="0"/>
              <a:t>Page 204</a:t>
            </a:r>
          </a:p>
        </p:txBody>
      </p:sp>
    </p:spTree>
    <p:extLst>
      <p:ext uri="{BB962C8B-B14F-4D97-AF65-F5344CB8AC3E}">
        <p14:creationId xmlns:p14="http://schemas.microsoft.com/office/powerpoint/2010/main" val="37941215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B08B7B4-8EE8-FC05-0A10-24912EC044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36"/>
          <a:stretch/>
        </p:blipFill>
        <p:spPr>
          <a:xfrm>
            <a:off x="464695" y="153046"/>
            <a:ext cx="4558755" cy="6082861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6D4534EE-5464-EE7D-0B97-9E8F84219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47" y="1512232"/>
            <a:ext cx="4622039" cy="305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60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5FB22B2-51B1-D06F-5409-9E146079F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17" y="459007"/>
            <a:ext cx="5036912" cy="5462107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861EA382-4531-F48F-C9CC-80769959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303" y="532995"/>
            <a:ext cx="5408730" cy="525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08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6B6B937F-F153-BAE1-71E7-41F735AA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00" y="1056943"/>
            <a:ext cx="10282670" cy="412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59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7C557FF-A6F1-AAB4-7D02-331D030FE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79" y="942847"/>
            <a:ext cx="9582642" cy="497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264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48C8DCCB-3296-D9BB-B6D8-36C2FC62F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70" y="483652"/>
            <a:ext cx="11198311" cy="432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275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B1A1FE-CA49-4822-8B50-04834FF8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Répétition</a:t>
            </a:r>
            <a:r>
              <a:rPr lang="nl-BE" dirty="0"/>
              <a:t> </a:t>
            </a:r>
            <a:r>
              <a:rPr lang="nl-BE" dirty="0" err="1"/>
              <a:t>l’adjectif</a:t>
            </a:r>
            <a:r>
              <a:rPr lang="nl-BE" dirty="0"/>
              <a:t> </a:t>
            </a:r>
            <a:r>
              <a:rPr lang="nl-BE" dirty="0" err="1"/>
              <a:t>possessif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79500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A5ECD45-A547-C295-94F8-CAF4F54AE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01" y="135671"/>
            <a:ext cx="11171798" cy="5485639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32E513BF-4028-4FD3-7FCE-22391B6D0941}"/>
              </a:ext>
            </a:extLst>
          </p:cNvPr>
          <p:cNvSpPr txBox="1"/>
          <p:nvPr/>
        </p:nvSpPr>
        <p:spPr>
          <a:xfrm>
            <a:off x="3463164" y="5819277"/>
            <a:ext cx="2907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800" b="1" dirty="0" err="1"/>
              <a:t>C’est</a:t>
            </a:r>
            <a:r>
              <a:rPr lang="nl-BE" sz="2800" b="1" dirty="0"/>
              <a:t> </a:t>
            </a:r>
            <a:r>
              <a:rPr lang="nl-BE" sz="2800" dirty="0" err="1"/>
              <a:t>notre</a:t>
            </a:r>
            <a:r>
              <a:rPr lang="nl-BE" sz="2800" dirty="0"/>
              <a:t> stylo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9EF7B5D-B155-1691-090D-7C79AD25C268}"/>
              </a:ext>
            </a:extLst>
          </p:cNvPr>
          <p:cNvSpPr txBox="1"/>
          <p:nvPr/>
        </p:nvSpPr>
        <p:spPr>
          <a:xfrm>
            <a:off x="7167797" y="5819277"/>
            <a:ext cx="3460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800" b="1" dirty="0"/>
              <a:t>Ce </a:t>
            </a:r>
            <a:r>
              <a:rPr lang="nl-BE" sz="2800" b="1" dirty="0" err="1"/>
              <a:t>sont</a:t>
            </a:r>
            <a:r>
              <a:rPr lang="nl-BE" sz="2800" b="1" dirty="0"/>
              <a:t> </a:t>
            </a:r>
            <a:r>
              <a:rPr lang="nl-BE" sz="2800" dirty="0" err="1"/>
              <a:t>nos</a:t>
            </a:r>
            <a:r>
              <a:rPr lang="nl-BE" sz="2800" dirty="0"/>
              <a:t> </a:t>
            </a:r>
            <a:r>
              <a:rPr lang="nl-BE" sz="2800" dirty="0" err="1"/>
              <a:t>stylos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20572230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99EB297D-EA8F-48D7-215C-63B9873E8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27" y="128993"/>
            <a:ext cx="9602724" cy="660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76036"/>
      </p:ext>
    </p:extLst>
  </p:cSld>
  <p:clrMapOvr>
    <a:masterClrMapping/>
  </p:clrMapOvr>
</p:sld>
</file>

<file path=ppt/theme/theme1.xml><?xml version="1.0" encoding="utf-8"?>
<a:theme xmlns:a="http://schemas.openxmlformats.org/drawingml/2006/main" name="Pak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TM10001115[[fn=Pakket]]</Template>
  <TotalTime>0</TotalTime>
  <Words>458</Words>
  <Application>Microsoft Office PowerPoint</Application>
  <PresentationFormat>Breedbeeld</PresentationFormat>
  <Paragraphs>120</Paragraphs>
  <Slides>50</Slides>
  <Notes>4</Notes>
  <HiddenSlides>0</HiddenSlides>
  <MMClips>1</MMClips>
  <ScaleCrop>false</ScaleCrop>
  <HeadingPairs>
    <vt:vector size="8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50</vt:i4>
      </vt:variant>
    </vt:vector>
  </HeadingPairs>
  <TitlesOfParts>
    <vt:vector size="55" baseType="lpstr">
      <vt:lpstr>Arial</vt:lpstr>
      <vt:lpstr>Calibri</vt:lpstr>
      <vt:lpstr>Gill Sans MT</vt:lpstr>
      <vt:lpstr>Pakket</vt:lpstr>
      <vt:lpstr>Packager Shell-object</vt:lpstr>
      <vt:lpstr>Préparation pour l’examen de pâques</vt:lpstr>
      <vt:lpstr>PowerPoint-presentatie</vt:lpstr>
      <vt:lpstr>PowerPoint-presentatie</vt:lpstr>
      <vt:lpstr>PowerPoint-presentatie</vt:lpstr>
      <vt:lpstr>Le passé composé</vt:lpstr>
      <vt:lpstr>Le passé composé</vt:lpstr>
      <vt:lpstr>PowerPoint-presentatie</vt:lpstr>
      <vt:lpstr>PowerPoint-presentatie</vt:lpstr>
      <vt:lpstr>L’Indicatif présent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Les articles</vt:lpstr>
      <vt:lpstr>PowerPoint-presentatie</vt:lpstr>
      <vt:lpstr>PowerPoint-presentatie</vt:lpstr>
      <vt:lpstr>PowerPoint-presentatie</vt:lpstr>
      <vt:lpstr>PowerPoint-presentatie</vt:lpstr>
      <vt:lpstr>PowerPoint-presentatie</vt:lpstr>
      <vt:lpstr>Aimer + le/la/l’/les + nom</vt:lpstr>
      <vt:lpstr>PowerPoint-presentatie</vt:lpstr>
      <vt:lpstr>PowerPoint-presentatie</vt:lpstr>
      <vt:lpstr>PowerPoint-presentatie</vt:lpstr>
      <vt:lpstr>Jouer à-de / faire</vt:lpstr>
      <vt:lpstr>La négation</vt:lpstr>
      <vt:lpstr>PowerPoint-presentatie</vt:lpstr>
      <vt:lpstr>PowerPoint-presentatie</vt:lpstr>
      <vt:lpstr>La question</vt:lpstr>
      <vt:lpstr>La Question</vt:lpstr>
      <vt:lpstr>PowerPoint-presentatie</vt:lpstr>
      <vt:lpstr>PowerPoint-presentatie</vt:lpstr>
      <vt:lpstr>PowerPoint-presentatie</vt:lpstr>
      <vt:lpstr>PowerPoint-presentatie</vt:lpstr>
      <vt:lpstr>Kahoot</vt:lpstr>
      <vt:lpstr>PowerPoint-presentatie</vt:lpstr>
      <vt:lpstr>PowerPoint-presentatie</vt:lpstr>
      <vt:lpstr>Structures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Répétition l’adjectif possessif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VERBES EN –IR  Le verbe irrégulier ‘COURIR’  Récapitulation des temps (l’impératif, le passe composé, l’imparfait, le futur simple et le conditionnel présent)</dc:title>
  <dc:creator>Daisy Van Santberghe</dc:creator>
  <cp:lastModifiedBy>Daisy Van Santberghe</cp:lastModifiedBy>
  <cp:revision>242</cp:revision>
  <dcterms:created xsi:type="dcterms:W3CDTF">2022-09-30T18:09:44Z</dcterms:created>
  <dcterms:modified xsi:type="dcterms:W3CDTF">2026-03-04T18:14:36Z</dcterms:modified>
</cp:coreProperties>
</file>